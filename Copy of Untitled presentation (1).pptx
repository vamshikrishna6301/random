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3.png" ContentType="image/png"/>
  <Override PartName="/ppt/media/image445.png" ContentType="image/png"/>
  <Override PartName="/ppt/media/image146.png" ContentType="image/png"/>
  <Override PartName="/ppt/media/image14.png" ContentType="image/png"/>
  <Override PartName="/ppt/media/image446.png" ContentType="image/png"/>
  <Override PartName="/ppt/media/image180.png" ContentType="image/png"/>
  <Override PartName="/ppt/media/image17.png" ContentType="image/png"/>
  <Override PartName="/ppt/media/image449.png" ContentType="image/png"/>
  <Override PartName="/ppt/media/image4.jpeg" ContentType="image/jpeg"/>
  <Override PartName="/ppt/media/image183.png" ContentType="image/png"/>
  <Override PartName="/ppt/media/image11.png" ContentType="image/png"/>
  <Override PartName="/ppt/media/image443.png" ContentType="image/png"/>
  <Override PartName="/ppt/media/image10.png" ContentType="image/png"/>
  <Override PartName="/ppt/media/image442.png" ContentType="image/png"/>
  <Override PartName="/ppt/media/image12.png" ContentType="image/png"/>
  <Override PartName="/ppt/media/image444.png" ContentType="image/png"/>
  <Override PartName="/ppt/media/image18.png" ContentType="image/png"/>
  <Override PartName="/ppt/media/image184.png" ContentType="image/png"/>
  <Override PartName="/ppt/media/image19.png" ContentType="image/png"/>
  <Override PartName="/ppt/media/image185.png" ContentType="image/png"/>
  <Override PartName="/ppt/media/image20.png" ContentType="image/png"/>
  <Override PartName="/ppt/media/image452.png" ContentType="image/png"/>
  <Override PartName="/ppt/media/image15.png" ContentType="image/png"/>
  <Override PartName="/ppt/media/image447.png" ContentType="image/png"/>
  <Override PartName="/ppt/media/image181.png" ContentType="image/png"/>
  <Override PartName="/ppt/media/image238.png" ContentType="image/png"/>
  <Override PartName="/ppt/media/image660.png" ContentType="image/png"/>
  <Override PartName="/ppt/media/image90.png" ContentType="image/png"/>
  <Override PartName="/ppt/media/image159.png" ContentType="image/png"/>
  <Override PartName="/ppt/media/image581.png" ContentType="image/png"/>
  <Override PartName="/ppt/media/image21.png" ContentType="image/png"/>
  <Override PartName="/ppt/media/image453.png" ContentType="image/png"/>
  <Override PartName="/ppt/media/image16.png" ContentType="image/png"/>
  <Override PartName="/ppt/media/image448.png" ContentType="image/png"/>
  <Override PartName="/ppt/media/image182.png" ContentType="image/png"/>
  <Override PartName="/ppt/media/image91.png" ContentType="image/png"/>
  <Override PartName="/ppt/media/image360.png" ContentType="image/png"/>
  <Override PartName="/ppt/media/image22.png" ContentType="image/png"/>
  <Override PartName="/ppt/media/image454.png" ContentType="image/png"/>
  <Override PartName="/ppt/media/image23.png" ContentType="image/png"/>
  <Override PartName="/ppt/media/image455.png" ContentType="image/png"/>
  <Override PartName="/ppt/media/image24.png" ContentType="image/png"/>
  <Override PartName="/ppt/media/image456.png" ContentType="image/png"/>
  <Override PartName="/ppt/media/image190.png" ContentType="image/png"/>
  <Override PartName="/ppt/media/image247.png" ContentType="image/png"/>
  <Override PartName="/ppt/media/image25.png" ContentType="image/png"/>
  <Override PartName="/ppt/media/image457.png" ContentType="image/png"/>
  <Override PartName="/ppt/media/image191.png" ContentType="image/png"/>
  <Override PartName="/ppt/media/image248.png" ContentType="image/png"/>
  <Override PartName="/ppt/media/image670.png" ContentType="image/png"/>
  <Override PartName="/ppt/media/image26.png" ContentType="image/png"/>
  <Override PartName="/ppt/media/image458.png" ContentType="image/png"/>
  <Override PartName="/ppt/media/image192.png" ContentType="image/png"/>
  <Override PartName="/ppt/media/image249.png" ContentType="image/png"/>
  <Override PartName="/ppt/media/image671.png" ContentType="image/png"/>
  <Override PartName="/ppt/media/image27.png" ContentType="image/png"/>
  <Override PartName="/ppt/media/image459.png" ContentType="image/png"/>
  <Override PartName="/ppt/media/image193.png" ContentType="image/png"/>
  <Override PartName="/ppt/media/image28.png" ContentType="image/png"/>
  <Override PartName="/ppt/media/image194.png" ContentType="image/png"/>
  <Override PartName="/ppt/media/image29.png" ContentType="image/png"/>
  <Override PartName="/ppt/media/image195.png" ContentType="image/png"/>
  <Override PartName="/ppt/media/image30.png" ContentType="image/png"/>
  <Override PartName="/ppt/media/image462.png" ContentType="image/png"/>
  <Override PartName="/ppt/media/image370.png" ContentType="image/png"/>
  <Override PartName="/ppt/media/image40.png" ContentType="image/png"/>
  <Override PartName="/ppt/media/image472.png" ContentType="image/png"/>
  <Override PartName="/ppt/media/image109.png" ContentType="image/png"/>
  <Override PartName="/ppt/media/image531.png" ContentType="image/png"/>
  <Override PartName="/ppt/media/image41.png" ContentType="image/png"/>
  <Override PartName="/ppt/media/image310.png" ContentType="image/png"/>
  <Override PartName="/ppt/media/image473.png" ContentType="image/png"/>
  <Override PartName="/ppt/media/image45.png" ContentType="image/png"/>
  <Override PartName="/ppt/media/image314.png" ContentType="image/png"/>
  <Override PartName="/ppt/media/image477.png" ContentType="image/png"/>
  <Override PartName="/ppt/media/image46.png" ContentType="image/png"/>
  <Override PartName="/ppt/media/image315.png" ContentType="image/png"/>
  <Override PartName="/ppt/media/image478.png" ContentType="image/png"/>
  <Override PartName="/ppt/media/image50.png" ContentType="image/png"/>
  <Override PartName="/ppt/media/image482.png" ContentType="image/png"/>
  <Override PartName="/ppt/media/image119.png" ContentType="image/png"/>
  <Override PartName="/ppt/media/image541.png" ContentType="image/png"/>
  <Override PartName="/ppt/media/image51.png" ContentType="image/png"/>
  <Override PartName="/ppt/media/image320.png" ContentType="image/png"/>
  <Override PartName="/ppt/media/image483.png" ContentType="image/png"/>
  <Override PartName="/ppt/media/image60.png" ContentType="image/png"/>
  <Override PartName="/ppt/media/image492.png" ContentType="image/png"/>
  <Override PartName="/ppt/media/image129.png" ContentType="image/png"/>
  <Override PartName="/ppt/media/image551.png" ContentType="image/png"/>
  <Override PartName="/ppt/media/image61.png" ContentType="image/png"/>
  <Override PartName="/ppt/media/image330.png" ContentType="image/png"/>
  <Override PartName="/ppt/media/image493.png" ContentType="image/png"/>
  <Override PartName="/ppt/media/image70.png" ContentType="image/png"/>
  <Override PartName="/ppt/media/image139.png" ContentType="image/png"/>
  <Override PartName="/ppt/media/image561.png" ContentType="image/png"/>
  <Override PartName="/ppt/media/image71.png" ContentType="image/png"/>
  <Override PartName="/ppt/media/image340.png" ContentType="image/png"/>
  <Override PartName="/ppt/media/image3.png" ContentType="image/png"/>
  <Override PartName="/ppt/media/image237.png" ContentType="image/png"/>
  <Override PartName="/ppt/media/image5.png" ContentType="image/png"/>
  <Override PartName="/ppt/media/image239.png" ContentType="image/png"/>
  <Override PartName="/ppt/media/image661.png" ContentType="image/png"/>
  <Override PartName="/ppt/media/image31.png" ContentType="image/png"/>
  <Override PartName="/ppt/media/image300.png" ContentType="image/png"/>
  <Override PartName="/ppt/media/image463.png" ContentType="image/png"/>
  <Override PartName="/ppt/media/image6.png" ContentType="image/png"/>
  <Override PartName="/ppt/media/image662.png" ContentType="image/png"/>
  <Override PartName="/ppt/media/image7.png" ContentType="image/png"/>
  <Override PartName="/ppt/media/image500.png" ContentType="image/png"/>
  <Override PartName="/ppt/media/image663.png" ContentType="image/png"/>
  <Override PartName="/ppt/media/image8.png" ContentType="image/png"/>
  <Override PartName="/ppt/media/image501.png" ContentType="image/png"/>
  <Override PartName="/ppt/media/image664.png" ContentType="image/png"/>
  <Override PartName="/ppt/media/image9.png" ContentType="image/png"/>
  <Override PartName="/ppt/media/image502.png" ContentType="image/png"/>
  <Override PartName="/ppt/media/image665.png" ContentType="image/png"/>
  <Override PartName="/ppt/media/image80.png" ContentType="image/png"/>
  <Override PartName="/ppt/media/image149.png" ContentType="image/png"/>
  <Override PartName="/ppt/media/image571.png" ContentType="image/png"/>
  <Override PartName="/ppt/media/image81.png" ContentType="image/png"/>
  <Override PartName="/ppt/media/image350.png" ContentType="image/png"/>
  <Override PartName="/ppt/media/image316.png" ContentType="image/png"/>
  <Override PartName="/ppt/media/image47.png" ContentType="image/png"/>
  <Override PartName="/ppt/media/image479.png" ContentType="image/png"/>
  <Override PartName="/ppt/media/image103.png" ContentType="image/png"/>
  <Override PartName="/ppt/media/image266.png" ContentType="image/png"/>
  <Override PartName="/ppt/media/image260.png" ContentType="image/png"/>
  <Override PartName="/ppt/media/image317.png" ContentType="image/png"/>
  <Override PartName="/ppt/media/image48.png" ContentType="image/png"/>
  <Override PartName="/ppt/media/image261.png" ContentType="image/png"/>
  <Override PartName="/ppt/media/image318.png" ContentType="image/png"/>
  <Override PartName="/ppt/media/image49.png" ContentType="image/png"/>
  <Override PartName="/ppt/media/image262.png" ContentType="image/png"/>
  <Override PartName="/ppt/media/image319.png" ContentType="image/png"/>
  <Override PartName="/ppt/media/image380.png" ContentType="image/png"/>
  <Override PartName="/ppt/media/image263.png" ContentType="image/png"/>
  <Override PartName="/ppt/media/image100.png" ContentType="image/png"/>
  <Override PartName="/ppt/media/image107.png" ContentType="image/png"/>
  <Override PartName="/ppt/media/image264.png" ContentType="image/png"/>
  <Override PartName="/ppt/media/image101.png" ContentType="image/png"/>
  <Override PartName="/ppt/media/image108.png" ContentType="image/png"/>
  <Override PartName="/ppt/media/image530.png" ContentType="image/png"/>
  <Override PartName="/ppt/media/image265.png" ContentType="image/png"/>
  <Override PartName="/ppt/media/image102.png" ContentType="image/png"/>
  <Override PartName="/ppt/media/image324.png" ContentType="image/png"/>
  <Override PartName="/ppt/media/image55.png" ContentType="image/png"/>
  <Override PartName="/ppt/media/image487.png" ContentType="image/png"/>
  <Override PartName="/ppt/media/image325.png" ContentType="image/png"/>
  <Override PartName="/ppt/media/image56.png" ContentType="image/png"/>
  <Override PartName="/ppt/media/image488.png" ContentType="image/png"/>
  <Override PartName="/ppt/media/image326.png" ContentType="image/png"/>
  <Override PartName="/ppt/media/image57.png" ContentType="image/png"/>
  <Override PartName="/ppt/media/image489.png" ContentType="image/png"/>
  <Override PartName="/ppt/media/image113.png" ContentType="image/png"/>
  <Override PartName="/ppt/media/image276.png" ContentType="image/png"/>
  <Override PartName="/ppt/media/image270.png" ContentType="image/png"/>
  <Override PartName="/ppt/media/image327.png" ContentType="image/png"/>
  <Override PartName="/ppt/media/image58.png" ContentType="image/png"/>
  <Override PartName="/ppt/media/image271.png" ContentType="image/png"/>
  <Override PartName="/ppt/media/image328.png" ContentType="image/png"/>
  <Override PartName="/ppt/media/image59.png" ContentType="image/png"/>
  <Override PartName="/ppt/media/image272.png" ContentType="image/png"/>
  <Override PartName="/ppt/media/image329.png" ContentType="image/png"/>
  <Override PartName="/ppt/media/image273.png" ContentType="image/png"/>
  <Override PartName="/ppt/media/image110.png" ContentType="image/png"/>
  <Override PartName="/ppt/media/image117.png" ContentType="image/png"/>
  <Override PartName="/ppt/media/image274.png" ContentType="image/png"/>
  <Override PartName="/ppt/media/image111.png" ContentType="image/png"/>
  <Override PartName="/ppt/media/image118.png" ContentType="image/png"/>
  <Override PartName="/ppt/media/image540.png" ContentType="image/png"/>
  <Override PartName="/ppt/media/image275.png" ContentType="image/png"/>
  <Override PartName="/ppt/media/image112.png" ContentType="image/png"/>
  <Override PartName="/ppt/media/image334.png" ContentType="image/png"/>
  <Override PartName="/ppt/media/image65.png" ContentType="image/png"/>
  <Override PartName="/ppt/media/image497.png" ContentType="image/png"/>
  <Override PartName="/ppt/media/image335.png" ContentType="image/png"/>
  <Override PartName="/ppt/media/image66.png" ContentType="image/png"/>
  <Override PartName="/ppt/media/image498.png" ContentType="image/png"/>
  <Override PartName="/ppt/media/image336.png" ContentType="image/png"/>
  <Override PartName="/ppt/media/image67.png" ContentType="image/png"/>
  <Override PartName="/ppt/media/image499.png" ContentType="image/png"/>
  <Override PartName="/ppt/media/image123.png" ContentType="image/png"/>
  <Override PartName="/ppt/media/image286.png" ContentType="image/png"/>
  <Override PartName="/ppt/media/image280.png" ContentType="image/png"/>
  <Override PartName="/ppt/media/image337.png" ContentType="image/png"/>
  <Override PartName="/ppt/media/image68.png" ContentType="image/png"/>
  <Override PartName="/ppt/media/image281.png" ContentType="image/png"/>
  <Override PartName="/ppt/media/image338.png" ContentType="image/png"/>
  <Override PartName="/ppt/media/image69.png" ContentType="image/png"/>
  <Override PartName="/ppt/media/image282.png" ContentType="image/png"/>
  <Override PartName="/ppt/media/image339.png" ContentType="image/png"/>
  <Override PartName="/ppt/media/image283.png" ContentType="image/png"/>
  <Override PartName="/ppt/media/image120.png" ContentType="image/png"/>
  <Override PartName="/ppt/media/image127.png" ContentType="image/png"/>
  <Override PartName="/ppt/media/image284.png" ContentType="image/png"/>
  <Override PartName="/ppt/media/image121.png" ContentType="image/png"/>
  <Override PartName="/ppt/media/image128.png" ContentType="image/png"/>
  <Override PartName="/ppt/media/image550.png" ContentType="image/png"/>
  <Override PartName="/ppt/media/image285.png" ContentType="image/png"/>
  <Override PartName="/ppt/media/image122.png" ContentType="image/png"/>
  <Override PartName="/ppt/media/image344.png" ContentType="image/png"/>
  <Override PartName="/ppt/media/image75.png" ContentType="image/png"/>
  <Override PartName="/ppt/media/image345.png" ContentType="image/png"/>
  <Override PartName="/ppt/media/image76.png" ContentType="image/png"/>
  <Override PartName="/ppt/media/image346.png" ContentType="image/png"/>
  <Override PartName="/ppt/media/image77.png" ContentType="image/png"/>
  <Override PartName="/ppt/media/image133.png" ContentType="image/png"/>
  <Override PartName="/ppt/media/image296.png" ContentType="image/png"/>
  <Override PartName="/ppt/media/image290.png" ContentType="image/png"/>
  <Override PartName="/ppt/media/image347.png" ContentType="image/png"/>
  <Override PartName="/ppt/media/image78.png" ContentType="image/png"/>
  <Override PartName="/ppt/media/image291.png" ContentType="image/png"/>
  <Override PartName="/ppt/media/image348.png" ContentType="image/png"/>
  <Override PartName="/ppt/media/image79.png" ContentType="image/png"/>
  <Override PartName="/ppt/media/image292.png" ContentType="image/png"/>
  <Override PartName="/ppt/media/image349.png" ContentType="image/png"/>
  <Override PartName="/ppt/media/image293.png" ContentType="image/png"/>
  <Override PartName="/ppt/media/image130.png" ContentType="image/png"/>
  <Override PartName="/ppt/media/image137.png" ContentType="image/png"/>
  <Override PartName="/ppt/media/image294.png" ContentType="image/png"/>
  <Override PartName="/ppt/media/image131.png" ContentType="image/png"/>
  <Override PartName="/ppt/media/image138.png" ContentType="image/png"/>
  <Override PartName="/ppt/media/image560.png" ContentType="image/png"/>
  <Override PartName="/ppt/media/image295.png" ContentType="image/png"/>
  <Override PartName="/ppt/media/image132.png" ContentType="image/png"/>
  <Override PartName="/ppt/media/image140.png" ContentType="image/png"/>
  <Override PartName="/ppt/media/image354.png" ContentType="image/png"/>
  <Override PartName="/ppt/media/image85.png" ContentType="image/png"/>
  <Override PartName="/ppt/media/image141.png" ContentType="image/png"/>
  <Override PartName="/ppt/media/image355.png" ContentType="image/png"/>
  <Override PartName="/ppt/media/image86.png" ContentType="image/png"/>
  <Override PartName="/ppt/media/image142.png" ContentType="image/png"/>
  <Override PartName="/ppt/media/image356.png" ContentType="image/png"/>
  <Override PartName="/ppt/media/image87.png" ContentType="image/png"/>
  <Override PartName="/ppt/media/image143.png" ContentType="image/png"/>
  <Override PartName="/ppt/media/image357.png" ContentType="image/png"/>
  <Override PartName="/ppt/media/image88.png" ContentType="image/png"/>
  <Override PartName="/ppt/media/image144.png" ContentType="image/png"/>
  <Override PartName="/ppt/media/image358.png" ContentType="image/png"/>
  <Override PartName="/ppt/media/image89.png" ContentType="image/png"/>
  <Override PartName="/ppt/media/image145.png" ContentType="image/png"/>
  <Override PartName="/ppt/media/image359.png" ContentType="image/png"/>
  <Override PartName="/ppt/media/image147.png" ContentType="image/png"/>
  <Override PartName="/ppt/media/image148.png" ContentType="image/png"/>
  <Override PartName="/ppt/media/image570.png" ContentType="image/png"/>
  <Override PartName="/ppt/media/image150.png" ContentType="image/png"/>
  <Override PartName="/ppt/media/image207.png" ContentType="image/png"/>
  <Override PartName="/ppt/media/image364.png" ContentType="image/png"/>
  <Override PartName="/ppt/media/image95.png" ContentType="image/png"/>
  <Override PartName="/ppt/media/image201.png" ContentType="image/png"/>
  <Override PartName="/ppt/media/image151.png" ContentType="image/png"/>
  <Override PartName="/ppt/media/image208.png" ContentType="image/png"/>
  <Override PartName="/ppt/media/image630.png" ContentType="image/png"/>
  <Override PartName="/ppt/media/image365.png" ContentType="image/png"/>
  <Override PartName="/ppt/media/image96.png" ContentType="image/png"/>
  <Override PartName="/ppt/media/image202.png" ContentType="image/png"/>
  <Override PartName="/ppt/media/image152.png" ContentType="image/png"/>
  <Override PartName="/ppt/media/image209.png" ContentType="image/png"/>
  <Override PartName="/ppt/media/image631.png" ContentType="image/png"/>
  <Override PartName="/ppt/media/image366.png" ContentType="image/png"/>
  <Override PartName="/ppt/media/image97.png" ContentType="image/png"/>
  <Override PartName="/ppt/media/image203.png" ContentType="image/png"/>
  <Override PartName="/ppt/media/image153.png" ContentType="image/png"/>
  <Override PartName="/ppt/media/image154.png" ContentType="image/png"/>
  <Override PartName="/ppt/media/image155.png" ContentType="image/png"/>
  <Override PartName="/ppt/media/image156.png" ContentType="image/png"/>
  <Override PartName="/ppt/media/image157.png" ContentType="image/png"/>
  <Override PartName="/ppt/media/image158.png" ContentType="image/png"/>
  <Override PartName="/ppt/media/image580.png" ContentType="image/png"/>
  <Override PartName="/ppt/media/image160.png" ContentType="image/png"/>
  <Override PartName="/ppt/media/image217.png" ContentType="image/png"/>
  <Override PartName="/ppt/media/image374.png" ContentType="image/png"/>
  <Override PartName="/ppt/media/image211.png" ContentType="image/png"/>
  <Override PartName="/ppt/media/image161.png" ContentType="image/png"/>
  <Override PartName="/ppt/media/image218.png" ContentType="image/png"/>
  <Override PartName="/ppt/media/image640.png" ContentType="image/png"/>
  <Override PartName="/ppt/media/image375.png" ContentType="image/png"/>
  <Override PartName="/ppt/media/image212.png" ContentType="image/png"/>
  <Override PartName="/ppt/media/image162.png" ContentType="image/png"/>
  <Override PartName="/ppt/media/image219.png" ContentType="image/png"/>
  <Override PartName="/ppt/media/image641.png" ContentType="image/png"/>
  <Override PartName="/ppt/media/image376.png" ContentType="image/png"/>
  <Override PartName="/ppt/media/image213.png" ContentType="image/png"/>
  <Override PartName="/ppt/media/image163.png" ContentType="image/png"/>
  <Override PartName="/ppt/media/image164.png" ContentType="image/png"/>
  <Override PartName="/ppt/media/image165.png" ContentType="image/png"/>
  <Override PartName="/ppt/media/image166.png" ContentType="image/png"/>
  <Override PartName="/ppt/media/image167.png" ContentType="image/png"/>
  <Override PartName="/ppt/media/image168.png" ContentType="image/png"/>
  <Override PartName="/ppt/media/image590.png" ContentType="image/png"/>
  <Override PartName="/ppt/media/image169.png" ContentType="image/png"/>
  <Override PartName="/ppt/media/image591.png" ContentType="image/png"/>
  <Override PartName="/ppt/media/image170.png" ContentType="image/png"/>
  <Override PartName="/ppt/media/image228.png" ContentType="image/png"/>
  <Override PartName="/ppt/media/image650.png" ContentType="image/png"/>
  <Override PartName="/ppt/media/image229.png" ContentType="image/png"/>
  <Override PartName="/ppt/media/image651.png" ContentType="image/png"/>
  <Override PartName="/ppt/media/image172.png" ContentType="image/png"/>
  <Override PartName="/ppt/media/image223.png" ContentType="image/png"/>
  <Override PartName="/ppt/media/image386.png" ContentType="image/png"/>
  <Override PartName="/ppt/media/image176.png" ContentType="image/png"/>
  <Override PartName="/ppt/media/image177.png" ContentType="image/png"/>
  <Override PartName="/ppt/media/image178.png" ContentType="image/png"/>
  <Override PartName="/ppt/media/image179.png" ContentType="image/png"/>
  <Override PartName="/ppt/media/image186.png" ContentType="image/png"/>
  <Override PartName="/ppt/media/image187.png" ContentType="image/png"/>
  <Override PartName="/ppt/media/image188.png" ContentType="image/png"/>
  <Override PartName="/ppt/media/image189.png" ContentType="image/png"/>
  <Override PartName="/ppt/media/image196.png" ContentType="image/png"/>
  <Override PartName="/ppt/media/image197.png" ContentType="image/png"/>
  <Override PartName="/ppt/media/image198.png" ContentType="image/png"/>
  <Override PartName="/ppt/media/image199.png" ContentType="image/png"/>
  <Override PartName="/ppt/media/image204.png" ContentType="image/png"/>
  <Override PartName="/ppt/media/image98.png" ContentType="image/png"/>
  <Override PartName="/ppt/media/image367.png" ContentType="image/png"/>
  <Override PartName="/ppt/media/image205.png" ContentType="image/png"/>
  <Override PartName="/ppt/media/image99.png" ContentType="image/png"/>
  <Override PartName="/ppt/media/image368.png" ContentType="image/png"/>
  <Override PartName="/ppt/media/image206.png" ContentType="image/png"/>
  <Override PartName="/ppt/media/image369.png" ContentType="image/png"/>
  <Override PartName="/ppt/media/image214.png" ContentType="image/png"/>
  <Override PartName="/ppt/media/image377.png" ContentType="image/png"/>
  <Override PartName="/ppt/media/image215.png" ContentType="image/png"/>
  <Override PartName="/ppt/media/image378.png" ContentType="image/png"/>
  <Override PartName="/ppt/media/image216.png" ContentType="image/png"/>
  <Override PartName="/ppt/media/image379.png" ContentType="image/png"/>
  <Override PartName="/ppt/media/image173.png" ContentType="image/png"/>
  <Override PartName="/ppt/media/image224.png" ContentType="image/png"/>
  <Override PartName="/ppt/media/image387.png" ContentType="image/png"/>
  <Override PartName="/ppt/media/image174.png" ContentType="image/png"/>
  <Override PartName="/ppt/media/image225.png" ContentType="image/png"/>
  <Override PartName="/ppt/media/image388.png" ContentType="image/png"/>
  <Override PartName="/ppt/media/image175.png" ContentType="image/png"/>
  <Override PartName="/ppt/media/image226.png" ContentType="image/png"/>
  <Override PartName="/ppt/media/image389.png" ContentType="image/png"/>
  <Override PartName="/ppt/media/image231.png" ContentType="image/png"/>
  <Override PartName="/ppt/media/image394.png" ContentType="image/png"/>
  <Override PartName="/ppt/media/image232.png" ContentType="image/png"/>
  <Override PartName="/ppt/media/image395.png" ContentType="image/png"/>
  <Override PartName="/ppt/media/image396.png" ContentType="image/png"/>
  <Override PartName="/ppt/media/image233.png" ContentType="image/png"/>
  <Override PartName="/ppt/media/image390.png" ContentType="image/png"/>
  <Override PartName="/ppt/media/image397.png" ContentType="image/png"/>
  <Override PartName="/ppt/media/image234.png" ContentType="image/png"/>
  <Override PartName="/ppt/media/image391.png" ContentType="image/png"/>
  <Override PartName="/ppt/media/image1.png" ContentType="image/png"/>
  <Override PartName="/ppt/media/image398.png" ContentType="image/png"/>
  <Override PartName="/ppt/media/image235.png" ContentType="image/png"/>
  <Override PartName="/ppt/media/image392.png" ContentType="image/png"/>
  <Override PartName="/ppt/media/image2.png" ContentType="image/png"/>
  <Override PartName="/ppt/media/image399.png" ContentType="image/png"/>
  <Override PartName="/ppt/media/image236.png" ContentType="image/png"/>
  <Override PartName="/ppt/media/image230.png" ContentType="image/png"/>
  <Override PartName="/ppt/media/image393.png" ContentType="image/png"/>
  <Override PartName="/ppt/media/image242.png" ContentType="image/png"/>
  <Override PartName="/ppt/media/image243.png" ContentType="image/png"/>
  <Override PartName="/ppt/media/image244.png" ContentType="image/png"/>
  <Override PartName="/ppt/media/image245.png" ContentType="image/png"/>
  <Override PartName="/ppt/media/image246.png" ContentType="image/png"/>
  <Override PartName="/ppt/media/image256.png" ContentType="image/png"/>
  <Override PartName="/ppt/media/image257.png" ContentType="image/png"/>
  <Override PartName="/ppt/media/image680.png" ContentType="image/png"/>
  <Override PartName="/ppt/media/image258.png" ContentType="image/png"/>
  <Override PartName="/ppt/media/image681.png" ContentType="image/png"/>
  <Override PartName="/ppt/media/image259.png" ContentType="image/png"/>
  <Override PartName="/ppt/media/image104.png" ContentType="image/png"/>
  <Override PartName="/ppt/media/image267.png" ContentType="image/png"/>
  <Override PartName="/ppt/media/image690.png" ContentType="image/png"/>
  <Override PartName="/ppt/media/image105.png" ContentType="image/png"/>
  <Override PartName="/ppt/media/image268.png" ContentType="image/png"/>
  <Override PartName="/ppt/media/image269.png" ContentType="image/png"/>
  <Override PartName="/ppt/media/image106.png" ContentType="image/png"/>
  <Override PartName="/ppt/media/image114.png" ContentType="image/png"/>
  <Override PartName="/ppt/media/image277.png" ContentType="image/png"/>
  <Override PartName="/ppt/media/image115.png" ContentType="image/png"/>
  <Override PartName="/ppt/media/image278.png" ContentType="image/png"/>
  <Override PartName="/ppt/media/image279.png" ContentType="image/png"/>
  <Override PartName="/ppt/media/image116.png" ContentType="image/png"/>
  <Override PartName="/ppt/media/image124.png" ContentType="image/png"/>
  <Override PartName="/ppt/media/image287.png" ContentType="image/png"/>
  <Override PartName="/ppt/media/image125.png" ContentType="image/png"/>
  <Override PartName="/ppt/media/image288.png" ContentType="image/png"/>
  <Override PartName="/ppt/media/image289.png" ContentType="image/png"/>
  <Override PartName="/ppt/media/image126.png" ContentType="image/png"/>
  <Override PartName="/ppt/media/image297.png" ContentType="image/png"/>
  <Override PartName="/ppt/media/image134.png" ContentType="image/png"/>
  <Override PartName="/ppt/media/image298.png" ContentType="image/png"/>
  <Override PartName="/ppt/media/image135.png" ContentType="image/png"/>
  <Override PartName="/ppt/media/image299.png" ContentType="image/png"/>
  <Override PartName="/ppt/media/image136.png" ContentType="image/png"/>
  <Override PartName="/ppt/media/image464.png" ContentType="image/png"/>
  <Override PartName="/ppt/media/image301.png" ContentType="image/png"/>
  <Override PartName="/ppt/media/image32.png" ContentType="image/png"/>
  <Override PartName="/ppt/media/image465.png" ContentType="image/png"/>
  <Override PartName="/ppt/media/image302.png" ContentType="image/png"/>
  <Override PartName="/ppt/media/image33.png" ContentType="image/png"/>
  <Override PartName="/ppt/media/image303.png" ContentType="image/png"/>
  <Override PartName="/ppt/media/image466.png" ContentType="image/png"/>
  <Override PartName="/ppt/media/image34.png" ContentType="image/png"/>
  <Override PartName="/ppt/media/image252.png" ContentType="image/png"/>
  <Override PartName="/ppt/media/image309.png" ContentType="image/png"/>
  <Override PartName="/ppt/media/image304.png" ContentType="image/png"/>
  <Override PartName="/ppt/media/image467.png" ContentType="image/png"/>
  <Override PartName="/ppt/media/image35.png" ContentType="image/png"/>
  <Override PartName="/ppt/media/image253.png" ContentType="image/png"/>
  <Override PartName="/ppt/media/image305.png" ContentType="image/png"/>
  <Override PartName="/ppt/media/image468.png" ContentType="image/png"/>
  <Override PartName="/ppt/media/image36.png" ContentType="image/png"/>
  <Override PartName="/ppt/media/image254.png" ContentType="image/png"/>
  <Override PartName="/ppt/media/image255.png" ContentType="image/png"/>
  <Override PartName="/ppt/media/image37.png" ContentType="image/png"/>
  <Override PartName="/ppt/media/image306.png" ContentType="image/png"/>
  <Override PartName="/ppt/media/image469.png" ContentType="image/png"/>
  <Override PartName="/ppt/media/image474.png" ContentType="image/png"/>
  <Override PartName="/ppt/media/image311.png" ContentType="image/png"/>
  <Override PartName="/ppt/media/image42.png" ContentType="image/png"/>
  <Override PartName="/ppt/media/image475.png" ContentType="image/png"/>
  <Override PartName="/ppt/media/image312.png" ContentType="image/png"/>
  <Override PartName="/ppt/media/image43.png" ContentType="image/png"/>
  <Override PartName="/ppt/media/image313.png" ContentType="image/png"/>
  <Override PartName="/ppt/media/image44.png" ContentType="image/png"/>
  <Override PartName="/ppt/media/image476.png" ContentType="image/png"/>
  <Override PartName="/ppt/media/image321.png" ContentType="image/png"/>
  <Override PartName="/ppt/media/image52.png" ContentType="image/png"/>
  <Override PartName="/ppt/media/image484.png" ContentType="image/png"/>
  <Override PartName="/ppt/media/image322.png" ContentType="image/png"/>
  <Override PartName="/ppt/media/image53.png" ContentType="image/png"/>
  <Override PartName="/ppt/media/image485.png" ContentType="image/png"/>
  <Override PartName="/ppt/media/image54.png" ContentType="image/png"/>
  <Override PartName="/ppt/media/image323.png" ContentType="image/png"/>
  <Override PartName="/ppt/media/image486.png" ContentType="image/png"/>
  <Override PartName="/ppt/media/image331.png" ContentType="image/png"/>
  <Override PartName="/ppt/media/image62.png" ContentType="image/png"/>
  <Override PartName="/ppt/media/image494.png" ContentType="image/png"/>
  <Override PartName="/ppt/media/image332.png" ContentType="image/png"/>
  <Override PartName="/ppt/media/image63.png" ContentType="image/png"/>
  <Override PartName="/ppt/media/image495.png" ContentType="image/png"/>
  <Override PartName="/ppt/media/image64.png" ContentType="image/png"/>
  <Override PartName="/ppt/media/image333.png" ContentType="image/png"/>
  <Override PartName="/ppt/media/image496.png" ContentType="image/png"/>
  <Override PartName="/ppt/media/image84.png" ContentType="image/png"/>
  <Override PartName="/ppt/media/image353.png" ContentType="image/png"/>
  <Override PartName="/ppt/media/image404.png" ContentType="image/png"/>
  <Override PartName="/ppt/media/image567.png" ContentType="image/png"/>
  <Override PartName="/ppt/media/image405.png" ContentType="image/png"/>
  <Override PartName="/ppt/media/image568.png" ContentType="image/png"/>
  <Override PartName="/ppt/media/image400.png" ContentType="image/png"/>
  <Override PartName="/ppt/media/image563.png" ContentType="image/png"/>
  <Override PartName="/ppt/media/image569.png" ContentType="image/png"/>
  <Override PartName="/ppt/media/image406.png" ContentType="image/png"/>
  <Override PartName="/ppt/media/image401.png" ContentType="image/png"/>
  <Override PartName="/ppt/media/image564.png" ContentType="image/png"/>
  <Override PartName="/ppt/media/image407.png" ContentType="image/png"/>
  <Override PartName="/ppt/media/image82.png" ContentType="image/png"/>
  <Override PartName="/ppt/media/image351.png" ContentType="image/png"/>
  <Override PartName="/ppt/media/image402.png" ContentType="image/png"/>
  <Override PartName="/ppt/media/image565.png" ContentType="image/png"/>
  <Override PartName="/ppt/media/image408.png" ContentType="image/png"/>
  <Override PartName="/ppt/media/image83.png" ContentType="image/png"/>
  <Override PartName="/ppt/media/image352.png" ContentType="image/png"/>
  <Override PartName="/ppt/media/image403.png" ContentType="image/png"/>
  <Override PartName="/ppt/media/image566.png" ContentType="image/png"/>
  <Override PartName="/ppt/media/image409.png" ContentType="image/png"/>
  <Override PartName="/ppt/media/image341.png" ContentType="image/png"/>
  <Override PartName="/ppt/media/image72.png" ContentType="image/png"/>
  <Override PartName="/ppt/media/image624.png" ContentType="image/png"/>
  <Override PartName="/ppt/media/image573.png" ContentType="image/png"/>
  <Override PartName="/ppt/media/image410.png" ContentType="image/png"/>
  <Override PartName="/ppt/media/image342.png" ContentType="image/png"/>
  <Override PartName="/ppt/media/image73.png" ContentType="image/png"/>
  <Override PartName="/ppt/media/image625.png" ContentType="image/png"/>
  <Override PartName="/ppt/media/image574.png" ContentType="image/png"/>
  <Override PartName="/ppt/media/image411.png" ContentType="image/png"/>
  <Override PartName="/ppt/media/image343.png" ContentType="image/png"/>
  <Override PartName="/ppt/media/image74.png" ContentType="image/png"/>
  <Override PartName="/ppt/media/image626.png" ContentType="image/png"/>
  <Override PartName="/ppt/media/image575.png" ContentType="image/png"/>
  <Override PartName="/ppt/media/image412.png" ContentType="image/png"/>
  <Override PartName="/ppt/media/image627.png" ContentType="image/png"/>
  <Override PartName="/ppt/media/image576.png" ContentType="image/png"/>
  <Override PartName="/ppt/media/image413.png" ContentType="image/png"/>
  <Override PartName="/ppt/media/image363.png" ContentType="image/png"/>
  <Override PartName="/ppt/media/image94.png" ContentType="image/png"/>
  <Override PartName="/ppt/media/image200.png" ContentType="image/png"/>
  <Override PartName="/ppt/media/image628.png" ContentType="image/png"/>
  <Override PartName="/ppt/media/image577.png" ContentType="image/png"/>
  <Override PartName="/ppt/media/image414.png" ContentType="image/png"/>
  <Override PartName="/ppt/media/image629.png" ContentType="image/png"/>
  <Override PartName="/ppt/media/image572.png" ContentType="image/png"/>
  <Override PartName="/ppt/media/image578.png" ContentType="image/png"/>
  <Override PartName="/ppt/media/image415.png" ContentType="image/png"/>
  <Override PartName="/ppt/media/image579.png" ContentType="image/png"/>
  <Override PartName="/ppt/media/image416.png" ContentType="image/png"/>
  <Override PartName="/ppt/media/image634.png" ContentType="image/png"/>
  <Override PartName="/ppt/media/image583.png" ContentType="image/png"/>
  <Override PartName="/ppt/media/image420.png" ContentType="image/png"/>
  <Override PartName="/ppt/media/image589.png" ContentType="image/png"/>
  <Override PartName="/ppt/media/image426.png" ContentType="image/png"/>
  <Override PartName="/ppt/media/image635.png" ContentType="image/png"/>
  <Override PartName="/ppt/media/image584.png" ContentType="image/png"/>
  <Override PartName="/ppt/media/image421.png" ContentType="image/png"/>
  <Override PartName="/ppt/media/image636.png" ContentType="image/png"/>
  <Override PartName="/ppt/media/image585.png" ContentType="image/png"/>
  <Override PartName="/ppt/media/image422.png" ContentType="image/png"/>
  <Override PartName="/ppt/media/image637.png" ContentType="image/png"/>
  <Override PartName="/ppt/media/image586.png" ContentType="image/png"/>
  <Override PartName="/ppt/media/image423.png" ContentType="image/png"/>
  <Override PartName="/ppt/media/image373.png" ContentType="image/png"/>
  <Override PartName="/ppt/media/image210.png" ContentType="image/png"/>
  <Override PartName="/ppt/media/image638.png" ContentType="image/png"/>
  <Override PartName="/ppt/media/image587.png" ContentType="image/png"/>
  <Override PartName="/ppt/media/image424.png" ContentType="image/png"/>
  <Override PartName="/ppt/media/image582.png" ContentType="image/png"/>
  <Override PartName="/ppt/media/image639.png" ContentType="image/png"/>
  <Override PartName="/ppt/media/image588.png" ContentType="image/png"/>
  <Override PartName="/ppt/media/image425.png" ContentType="image/png"/>
  <Override PartName="/ppt/media/image361.png" ContentType="image/png"/>
  <Override PartName="/ppt/media/image92.png" ContentType="image/png"/>
  <Override PartName="/ppt/media/image644.png" ContentType="image/png"/>
  <Override PartName="/ppt/media/image593.png" ContentType="image/png"/>
  <Override PartName="/ppt/media/image430.png" ContentType="image/png"/>
  <Override PartName="/ppt/media/image385.png" ContentType="image/png"/>
  <Override PartName="/ppt/media/image222.png" ContentType="image/png"/>
  <Override PartName="/ppt/media/image599.png" ContentType="image/png"/>
  <Override PartName="/ppt/media/image436.png" ContentType="image/png"/>
  <Override PartName="/ppt/media/image362.png" ContentType="image/png"/>
  <Override PartName="/ppt/media/image93.png" ContentType="image/png"/>
  <Override PartName="/ppt/media/image645.png" ContentType="image/png"/>
  <Override PartName="/ppt/media/image594.png" ContentType="image/png"/>
  <Override PartName="/ppt/media/image431.png" ContentType="image/png"/>
  <Override PartName="/ppt/media/image646.png" ContentType="image/png"/>
  <Override PartName="/ppt/media/image595.png" ContentType="image/png"/>
  <Override PartName="/ppt/media/image432.png" ContentType="image/png"/>
  <Override PartName="/ppt/media/image647.png" ContentType="image/png"/>
  <Override PartName="/ppt/media/image596.png" ContentType="image/png"/>
  <Override PartName="/ppt/media/image433.png" ContentType="image/png"/>
  <Override PartName="/ppt/media/image383.png" ContentType="image/png"/>
  <Override PartName="/ppt/media/image220.png" ContentType="image/png"/>
  <Override PartName="/ppt/media/image648.png" ContentType="image/png"/>
  <Override PartName="/ppt/media/image597.png" ContentType="image/png"/>
  <Override PartName="/ppt/media/image434.png" ContentType="image/png"/>
  <Override PartName="/ppt/media/image384.png" ContentType="image/png"/>
  <Override PartName="/ppt/media/image221.png" ContentType="image/png"/>
  <Override PartName="/ppt/media/image649.png" ContentType="image/png"/>
  <Override PartName="/ppt/media/image592.png" ContentType="image/png"/>
  <Override PartName="/ppt/media/image598.png" ContentType="image/png"/>
  <Override PartName="/ppt/media/image435.png" ContentType="image/png"/>
  <Override PartName="/ppt/media/image437.png" ContentType="image/png"/>
  <Override PartName="/ppt/media/image381.png" ContentType="image/png"/>
  <Override PartName="/ppt/media/image438.png" ContentType="image/png"/>
  <Override PartName="/ppt/media/image382.png" ContentType="image/png"/>
  <Override PartName="/ppt/media/image439.png" ContentType="image/png"/>
  <Override PartName="/ppt/media/image654.png" ContentType="image/png"/>
  <Override PartName="/ppt/media/image440.png" ContentType="image/png"/>
  <Override PartName="/ppt/media/image655.png" ContentType="image/png"/>
  <Override PartName="/ppt/media/image441.png" ContentType="image/png"/>
  <Override PartName="/ppt/media/image666.png" ContentType="image/png"/>
  <Override PartName="/ppt/media/image503.png" ContentType="image/png"/>
  <Override PartName="/ppt/media/image509.png" ContentType="image/png"/>
  <Override PartName="/ppt/media/image504.png" ContentType="image/png"/>
  <Override PartName="/ppt/media/image667.png" ContentType="image/png"/>
  <Override PartName="/ppt/media/image668.png" ContentType="image/png"/>
  <Override PartName="/ppt/media/image505.png" ContentType="image/png"/>
  <Override PartName="/ppt/media/image240.png" ContentType="image/png"/>
  <Override PartName="/ppt/media/image669.png" ContentType="image/png"/>
  <Override PartName="/ppt/media/image506.png" ContentType="image/png"/>
  <Override PartName="/ppt/media/image241.png" ContentType="image/png"/>
  <Override PartName="/ppt/media/image450.png" ContentType="image/png"/>
  <Override PartName="/ppt/media/image507.png" ContentType="image/png"/>
  <Override PartName="/ppt/media/image451.png" ContentType="image/png"/>
  <Override PartName="/ppt/media/image508.png" ContentType="image/png"/>
  <Override PartName="/ppt/media/image673.png" ContentType="image/png"/>
  <Override PartName="/ppt/media/image510.png" ContentType="image/png"/>
  <Override PartName="/ppt/media/image418.png" ContentType="image/png"/>
  <Override PartName="/ppt/media/image679.png" ContentType="image/png"/>
  <Override PartName="/ppt/media/image516.png" ContentType="image/png"/>
  <Override PartName="/ppt/media/image674.png" ContentType="image/png"/>
  <Override PartName="/ppt/media/image511.png" ContentType="image/png"/>
  <Override PartName="/ppt/media/image419.png" ContentType="image/png"/>
  <Override PartName="/ppt/media/image460.png" ContentType="image/png"/>
  <Override PartName="/ppt/media/image517.png" ContentType="image/png"/>
  <Override PartName="/ppt/media/image675.png" ContentType="image/png"/>
  <Override PartName="/ppt/media/image512.png" ContentType="image/png"/>
  <Override PartName="/ppt/media/image461.png" ContentType="image/png"/>
  <Override PartName="/ppt/media/image518.png" ContentType="image/png"/>
  <Override PartName="/ppt/media/image676.png" ContentType="image/png"/>
  <Override PartName="/ppt/media/image513.png" ContentType="image/png"/>
  <Override PartName="/ppt/media/image519.png" ContentType="image/png"/>
  <Override PartName="/ppt/media/image514.png" ContentType="image/png"/>
  <Override PartName="/ppt/media/image677.png" ContentType="image/png"/>
  <Override PartName="/ppt/media/image672.png" ContentType="image/png"/>
  <Override PartName="/ppt/media/image678.png" ContentType="image/png"/>
  <Override PartName="/ppt/media/image515.png" ContentType="image/png"/>
  <Override PartName="/ppt/media/image250.png" ContentType="image/png"/>
  <Override PartName="/ppt/media/image38.png" ContentType="image/png"/>
  <Override PartName="/ppt/media/image307.png" ContentType="image/png"/>
  <Override PartName="/ppt/media/image251.png" ContentType="image/png"/>
  <Override PartName="/ppt/media/image39.png" ContentType="image/png"/>
  <Override PartName="/ppt/media/image308.png" ContentType="image/png"/>
  <Override PartName="/ppt/media/image683.png" ContentType="image/png"/>
  <Override PartName="/ppt/media/image520.png" ContentType="image/png"/>
  <Override PartName="/ppt/media/image371.png" ContentType="image/png"/>
  <Override PartName="/ppt/media/image428.png" ContentType="image/png"/>
  <Override PartName="/ppt/media/image689.png" ContentType="image/png"/>
  <Override PartName="/ppt/media/image526.png" ContentType="image/png"/>
  <Override PartName="/ppt/media/image684.png" ContentType="image/png"/>
  <Override PartName="/ppt/media/image521.png" ContentType="image/png"/>
  <Override PartName="/ppt/media/image372.png" ContentType="image/png"/>
  <Override PartName="/ppt/media/image429.png" ContentType="image/png"/>
  <Override PartName="/ppt/media/image470.png" ContentType="image/png"/>
  <Override PartName="/ppt/media/image527.png" ContentType="image/png"/>
  <Override PartName="/ppt/media/image685.png" ContentType="image/png"/>
  <Override PartName="/ppt/media/image522.png" ContentType="image/png"/>
  <Override PartName="/ppt/media/image686.png" ContentType="image/png"/>
  <Override PartName="/ppt/media/image523.png" ContentType="image/png"/>
  <Override PartName="/ppt/media/image682.png" ContentType="image/png"/>
  <Override PartName="/ppt/media/image525.png" ContentType="image/png"/>
  <Override PartName="/ppt/media/image688.png" ContentType="image/png"/>
  <Override PartName="/ppt/media/image471.png" ContentType="image/png"/>
  <Override PartName="/ppt/media/image528.png" ContentType="image/png"/>
  <Override PartName="/ppt/media/image529.png" ContentType="image/png"/>
  <Override PartName="/ppt/media/image480.png" ContentType="image/png"/>
  <Override PartName="/ppt/media/image537.png" ContentType="image/png"/>
  <Override PartName="/ppt/media/image481.png" ContentType="image/png"/>
  <Override PartName="/ppt/media/image538.png" ContentType="image/png"/>
  <Override PartName="/ppt/media/image524.png" ContentType="image/png"/>
  <Override PartName="/ppt/media/image687.png" ContentType="image/png"/>
  <Override PartName="/ppt/media/image539.png" ContentType="image/png"/>
  <Override PartName="/ppt/media/image490.png" ContentType="image/png"/>
  <Override PartName="/ppt/media/image547.png" ContentType="image/png"/>
  <Override PartName="/ppt/media/image491.png" ContentType="image/png"/>
  <Override PartName="/ppt/media/image548.png" ContentType="image/png"/>
  <Override PartName="/ppt/media/image549.png" ContentType="image/png"/>
  <Override PartName="/ppt/media/image605.png" ContentType="image/png"/>
  <Override PartName="/ppt/media/image557.png" ContentType="image/png"/>
  <Override PartName="/ppt/media/image606.png" ContentType="image/png"/>
  <Override PartName="/ppt/media/image558.png" ContentType="image/png"/>
  <Override PartName="/ppt/media/image607.png" ContentType="image/png"/>
  <Override PartName="/ppt/media/image559.png" ContentType="image/png"/>
  <Override PartName="/ppt/media/image553.png" ContentType="image/png"/>
  <Override PartName="/ppt/media/image601.png" ContentType="image/png"/>
  <Override PartName="/ppt/media/image554.png" ContentType="image/png"/>
  <Override PartName="/ppt/media/image602.png" ContentType="image/png"/>
  <Override PartName="/ppt/media/image555.png" ContentType="image/png"/>
  <Override PartName="/ppt/media/image603.png" ContentType="image/png"/>
  <Override PartName="/ppt/media/image556.png" ContentType="image/png"/>
  <Override PartName="/ppt/media/image604.png" ContentType="image/png"/>
  <Override PartName="/ppt/media/image532.png" ContentType="image/png"/>
  <Override PartName="/ppt/media/image533.png" ContentType="image/png"/>
  <Override PartName="/ppt/media/image535.png" ContentType="image/png"/>
  <Override PartName="/ppt/media/image608.png" ContentType="image/png"/>
  <Override PartName="/ppt/media/image619.png" ContentType="image/png"/>
  <Override PartName="/ppt/media/image562.png" ContentType="image/png"/>
  <Override PartName="/ppt/media/image610.png" ContentType="image/png"/>
  <Override PartName="/ppt/media/image611.png" ContentType="image/png"/>
  <Override PartName="/ppt/media/image612.png" ContentType="image/png"/>
  <Override PartName="/ppt/media/image613.png" ContentType="image/png"/>
  <Override PartName="/ppt/media/image614.png" ContentType="image/png"/>
  <Override PartName="/ppt/media/image542.png" ContentType="image/png"/>
  <Override PartName="/ppt/media/image615.png" ContentType="image/png"/>
  <Override PartName="/ppt/media/image543.png" ContentType="image/png"/>
  <Override PartName="/ppt/media/image616.png" ContentType="image/png"/>
  <Override PartName="/ppt/media/image544.png" ContentType="image/png"/>
  <Override PartName="/ppt/media/image617.png" ContentType="image/png"/>
  <Override PartName="/ppt/media/image545.png" ContentType="image/png"/>
  <Override PartName="/ppt/media/image618.png" ContentType="image/png"/>
  <Override PartName="/ppt/media/image620.png" ContentType="image/png"/>
  <Override PartName="/ppt/media/image621.png" ContentType="image/png"/>
  <Override PartName="/ppt/media/image417.png" ContentType="image/png"/>
  <Override PartName="/ppt/media/image622.png" ContentType="image/png"/>
  <Override PartName="/ppt/media/image623.png" ContentType="image/png"/>
  <Override PartName="/ppt/media/image600.png" ContentType="image/png"/>
  <Override PartName="/ppt/media/image609.png" ContentType="image/png"/>
  <Override PartName="/ppt/media/image552.png" ContentType="image/png"/>
  <Override PartName="/ppt/media/image427.png" ContentType="image/png"/>
  <Override PartName="/ppt/media/image632.png" ContentType="image/png"/>
  <Override PartName="/ppt/media/image633.png" ContentType="image/png"/>
  <Override PartName="/ppt/media/image536.png" ContentType="image/png"/>
  <Override PartName="/ppt/media/image642.png" ContentType="image/png"/>
  <Override PartName="/ppt/media/image643.png" ContentType="image/png"/>
  <Override PartName="/ppt/media/image227.png" ContentType="image/png"/>
  <Override PartName="/ppt/media/image171.png" ContentType="image/png"/>
  <Override PartName="/ppt/media/image546.png" ContentType="image/png"/>
  <Override PartName="/ppt/media/image652.png" ContentType="image/png"/>
  <Override PartName="/ppt/media/image534.png" ContentType="image/png"/>
  <Override PartName="/ppt/media/image656.png" ContentType="image/png"/>
  <Override PartName="/ppt/media/image657.png" ContentType="image/png"/>
  <Override PartName="/ppt/media/image659.png" ContentType="image/png"/>
  <Override PartName="/ppt/media/image658.png" ContentType="image/png"/>
  <Override PartName="/ppt/media/image653.png" ContentType="image/png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26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25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0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slides/slide34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26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36.xml" ContentType="application/vnd.openxmlformats-officedocument.presentationml.slide+xml"/>
  <Override PartName="/ppt/slides/slide2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BCD75-3318-46F4-ACCB-A3949089F2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343080" y="4767120"/>
            <a:ext cx="15998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2343240" y="4767120"/>
            <a:ext cx="21715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4915080" y="4767120"/>
            <a:ext cx="15998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959F88-3975-4B67-A500-FEC2128FE398}" type="slidenum">
              <a:rPr b="0" lang="en" sz="9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5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15.png"/><Relationship Id="rId18" Type="http://schemas.openxmlformats.org/officeDocument/2006/relationships/image" Target="../media/image20.png"/><Relationship Id="rId19" Type="http://schemas.openxmlformats.org/officeDocument/2006/relationships/image" Target="../media/image15.png"/><Relationship Id="rId20" Type="http://schemas.openxmlformats.org/officeDocument/2006/relationships/image" Target="../media/image21.png"/><Relationship Id="rId21" Type="http://schemas.openxmlformats.org/officeDocument/2006/relationships/image" Target="../media/image15.png"/><Relationship Id="rId22" Type="http://schemas.openxmlformats.org/officeDocument/2006/relationships/image" Target="../media/image22.png"/><Relationship Id="rId23" Type="http://schemas.openxmlformats.org/officeDocument/2006/relationships/image" Target="../media/image15.png"/><Relationship Id="rId2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1.png"/><Relationship Id="rId30" Type="http://schemas.openxmlformats.org/officeDocument/2006/relationships/image" Target="../media/image52.png"/><Relationship Id="rId31" Type="http://schemas.openxmlformats.org/officeDocument/2006/relationships/image" Target="../media/image53.png"/><Relationship Id="rId32" Type="http://schemas.openxmlformats.org/officeDocument/2006/relationships/image" Target="../media/image53.png"/><Relationship Id="rId33" Type="http://schemas.openxmlformats.org/officeDocument/2006/relationships/image" Target="../media/image54.png"/><Relationship Id="rId34" Type="http://schemas.openxmlformats.org/officeDocument/2006/relationships/image" Target="../media/image53.png"/><Relationship Id="rId3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Relationship Id="rId26" Type="http://schemas.openxmlformats.org/officeDocument/2006/relationships/image" Target="../media/image79.png"/><Relationship Id="rId27" Type="http://schemas.openxmlformats.org/officeDocument/2006/relationships/image" Target="../media/image80.png"/><Relationship Id="rId28" Type="http://schemas.openxmlformats.org/officeDocument/2006/relationships/image" Target="../media/image81.png"/><Relationship Id="rId29" Type="http://schemas.openxmlformats.org/officeDocument/2006/relationships/image" Target="../media/image82.png"/><Relationship Id="rId30" Type="http://schemas.openxmlformats.org/officeDocument/2006/relationships/image" Target="../media/image83.png"/><Relationship Id="rId31" Type="http://schemas.openxmlformats.org/officeDocument/2006/relationships/image" Target="../media/image84.png"/><Relationship Id="rId32" Type="http://schemas.openxmlformats.org/officeDocument/2006/relationships/image" Target="../media/image85.png"/><Relationship Id="rId33" Type="http://schemas.openxmlformats.org/officeDocument/2006/relationships/image" Target="../media/image86.png"/><Relationship Id="rId34" Type="http://schemas.openxmlformats.org/officeDocument/2006/relationships/image" Target="../media/image87.png"/><Relationship Id="rId35" Type="http://schemas.openxmlformats.org/officeDocument/2006/relationships/image" Target="../media/image88.png"/><Relationship Id="rId36" Type="http://schemas.openxmlformats.org/officeDocument/2006/relationships/image" Target="../media/image89.png"/><Relationship Id="rId3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6.png"/><Relationship Id="rId20" Type="http://schemas.openxmlformats.org/officeDocument/2006/relationships/image" Target="../media/image107.png"/><Relationship Id="rId21" Type="http://schemas.openxmlformats.org/officeDocument/2006/relationships/image" Target="../media/image108.png"/><Relationship Id="rId22" Type="http://schemas.openxmlformats.org/officeDocument/2006/relationships/image" Target="../media/image109.png"/><Relationship Id="rId23" Type="http://schemas.openxmlformats.org/officeDocument/2006/relationships/image" Target="../media/image110.png"/><Relationship Id="rId24" Type="http://schemas.openxmlformats.org/officeDocument/2006/relationships/image" Target="../media/image111.png"/><Relationship Id="rId25" Type="http://schemas.openxmlformats.org/officeDocument/2006/relationships/image" Target="../media/image112.png"/><Relationship Id="rId26" Type="http://schemas.openxmlformats.org/officeDocument/2006/relationships/image" Target="../media/image113.png"/><Relationship Id="rId27" Type="http://schemas.openxmlformats.org/officeDocument/2006/relationships/image" Target="../media/image114.png"/><Relationship Id="rId28" Type="http://schemas.openxmlformats.org/officeDocument/2006/relationships/image" Target="../media/image115.png"/><Relationship Id="rId29" Type="http://schemas.openxmlformats.org/officeDocument/2006/relationships/image" Target="../media/image116.png"/><Relationship Id="rId3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image" Target="../media/image131.png"/><Relationship Id="rId17" Type="http://schemas.openxmlformats.org/officeDocument/2006/relationships/image" Target="../media/image132.png"/><Relationship Id="rId18" Type="http://schemas.openxmlformats.org/officeDocument/2006/relationships/image" Target="../media/image133.png"/><Relationship Id="rId19" Type="http://schemas.openxmlformats.org/officeDocument/2006/relationships/image" Target="../media/image134.png"/><Relationship Id="rId20" Type="http://schemas.openxmlformats.org/officeDocument/2006/relationships/image" Target="../media/image132.png"/><Relationship Id="rId21" Type="http://schemas.openxmlformats.org/officeDocument/2006/relationships/image" Target="../media/image135.png"/><Relationship Id="rId22" Type="http://schemas.openxmlformats.org/officeDocument/2006/relationships/image" Target="../media/image136.png"/><Relationship Id="rId23" Type="http://schemas.openxmlformats.org/officeDocument/2006/relationships/image" Target="../media/image137.png"/><Relationship Id="rId24" Type="http://schemas.openxmlformats.org/officeDocument/2006/relationships/image" Target="../media/image138.png"/><Relationship Id="rId25" Type="http://schemas.openxmlformats.org/officeDocument/2006/relationships/image" Target="../media/image139.png"/><Relationship Id="rId26" Type="http://schemas.openxmlformats.org/officeDocument/2006/relationships/image" Target="../media/image140.png"/><Relationship Id="rId27" Type="http://schemas.openxmlformats.org/officeDocument/2006/relationships/image" Target="../media/image141.png"/><Relationship Id="rId28" Type="http://schemas.openxmlformats.org/officeDocument/2006/relationships/image" Target="../media/image142.png"/><Relationship Id="rId29" Type="http://schemas.openxmlformats.org/officeDocument/2006/relationships/image" Target="../media/image143.png"/><Relationship Id="rId30" Type="http://schemas.openxmlformats.org/officeDocument/2006/relationships/image" Target="../media/image144.png"/><Relationship Id="rId31" Type="http://schemas.openxmlformats.org/officeDocument/2006/relationships/image" Target="../media/image145.png"/><Relationship Id="rId32" Type="http://schemas.openxmlformats.org/officeDocument/2006/relationships/image" Target="../media/image146.png"/><Relationship Id="rId3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image" Target="../media/image155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image" Target="../media/image160.png"/><Relationship Id="rId15" Type="http://schemas.openxmlformats.org/officeDocument/2006/relationships/image" Target="../media/image161.png"/><Relationship Id="rId16" Type="http://schemas.openxmlformats.org/officeDocument/2006/relationships/image" Target="../media/image162.png"/><Relationship Id="rId17" Type="http://schemas.openxmlformats.org/officeDocument/2006/relationships/image" Target="../media/image163.png"/><Relationship Id="rId18" Type="http://schemas.openxmlformats.org/officeDocument/2006/relationships/image" Target="../media/image164.png"/><Relationship Id="rId19" Type="http://schemas.openxmlformats.org/officeDocument/2006/relationships/image" Target="../media/image165.png"/><Relationship Id="rId20" Type="http://schemas.openxmlformats.org/officeDocument/2006/relationships/image" Target="../media/image166.png"/><Relationship Id="rId21" Type="http://schemas.openxmlformats.org/officeDocument/2006/relationships/image" Target="../media/image167.png"/><Relationship Id="rId22" Type="http://schemas.openxmlformats.org/officeDocument/2006/relationships/image" Target="../media/image168.png"/><Relationship Id="rId23" Type="http://schemas.openxmlformats.org/officeDocument/2006/relationships/image" Target="../media/image169.png"/><Relationship Id="rId24" Type="http://schemas.openxmlformats.org/officeDocument/2006/relationships/image" Target="../media/image44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Relationship Id="rId32" Type="http://schemas.openxmlformats.org/officeDocument/2006/relationships/image" Target="../media/image177.png"/><Relationship Id="rId33" Type="http://schemas.openxmlformats.org/officeDocument/2006/relationships/image" Target="../media/image53.png"/><Relationship Id="rId34" Type="http://schemas.openxmlformats.org/officeDocument/2006/relationships/image" Target="../media/image178.png"/><Relationship Id="rId35" Type="http://schemas.openxmlformats.org/officeDocument/2006/relationships/image" Target="../media/image54.png"/><Relationship Id="rId36" Type="http://schemas.openxmlformats.org/officeDocument/2006/relationships/image" Target="../media/image178.png"/><Relationship Id="rId37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184.png"/><Relationship Id="rId8" Type="http://schemas.openxmlformats.org/officeDocument/2006/relationships/image" Target="../media/image185.png"/><Relationship Id="rId9" Type="http://schemas.openxmlformats.org/officeDocument/2006/relationships/image" Target="../media/image186.png"/><Relationship Id="rId10" Type="http://schemas.openxmlformats.org/officeDocument/2006/relationships/image" Target="../media/image187.png"/><Relationship Id="rId11" Type="http://schemas.openxmlformats.org/officeDocument/2006/relationships/image" Target="../media/image188.png"/><Relationship Id="rId12" Type="http://schemas.openxmlformats.org/officeDocument/2006/relationships/image" Target="../media/image189.png"/><Relationship Id="rId13" Type="http://schemas.openxmlformats.org/officeDocument/2006/relationships/image" Target="../media/image190.png"/><Relationship Id="rId14" Type="http://schemas.openxmlformats.org/officeDocument/2006/relationships/image" Target="../media/image191.png"/><Relationship Id="rId15" Type="http://schemas.openxmlformats.org/officeDocument/2006/relationships/image" Target="../media/image192.png"/><Relationship Id="rId16" Type="http://schemas.openxmlformats.org/officeDocument/2006/relationships/image" Target="../media/image193.png"/><Relationship Id="rId17" Type="http://schemas.openxmlformats.org/officeDocument/2006/relationships/image" Target="../media/image194.png"/><Relationship Id="rId18" Type="http://schemas.openxmlformats.org/officeDocument/2006/relationships/image" Target="../media/image195.png"/><Relationship Id="rId19" Type="http://schemas.openxmlformats.org/officeDocument/2006/relationships/image" Target="../media/image196.png"/><Relationship Id="rId20" Type="http://schemas.openxmlformats.org/officeDocument/2006/relationships/image" Target="../media/image197.png"/><Relationship Id="rId21" Type="http://schemas.openxmlformats.org/officeDocument/2006/relationships/image" Target="../media/image198.png"/><Relationship Id="rId22" Type="http://schemas.openxmlformats.org/officeDocument/2006/relationships/image" Target="../media/image199.png"/><Relationship Id="rId23" Type="http://schemas.openxmlformats.org/officeDocument/2006/relationships/image" Target="../media/image200.png"/><Relationship Id="rId24" Type="http://schemas.openxmlformats.org/officeDocument/2006/relationships/image" Target="../media/image201.png"/><Relationship Id="rId25" Type="http://schemas.openxmlformats.org/officeDocument/2006/relationships/image" Target="../media/image202.png"/><Relationship Id="rId26" Type="http://schemas.openxmlformats.org/officeDocument/2006/relationships/image" Target="../media/image203.png"/><Relationship Id="rId27" Type="http://schemas.openxmlformats.org/officeDocument/2006/relationships/image" Target="../media/image204.png"/><Relationship Id="rId28" Type="http://schemas.openxmlformats.org/officeDocument/2006/relationships/image" Target="../media/image205.png"/><Relationship Id="rId29" Type="http://schemas.openxmlformats.org/officeDocument/2006/relationships/image" Target="../media/image206.png"/><Relationship Id="rId30" Type="http://schemas.openxmlformats.org/officeDocument/2006/relationships/image" Target="../media/image207.png"/><Relationship Id="rId31" Type="http://schemas.openxmlformats.org/officeDocument/2006/relationships/image" Target="../media/image208.png"/><Relationship Id="rId32" Type="http://schemas.openxmlformats.org/officeDocument/2006/relationships/image" Target="../media/image209.png"/><Relationship Id="rId33" Type="http://schemas.openxmlformats.org/officeDocument/2006/relationships/image" Target="../media/image210.png"/><Relationship Id="rId34" Type="http://schemas.openxmlformats.org/officeDocument/2006/relationships/image" Target="../media/image211.png"/><Relationship Id="rId35" Type="http://schemas.openxmlformats.org/officeDocument/2006/relationships/image" Target="../media/image212.png"/><Relationship Id="rId36" Type="http://schemas.openxmlformats.org/officeDocument/2006/relationships/image" Target="../media/image213.png"/><Relationship Id="rId37" Type="http://schemas.openxmlformats.org/officeDocument/2006/relationships/image" Target="../media/image214.png"/><Relationship Id="rId38" Type="http://schemas.openxmlformats.org/officeDocument/2006/relationships/image" Target="../media/image215.png"/><Relationship Id="rId39" Type="http://schemas.openxmlformats.org/officeDocument/2006/relationships/image" Target="../media/image216.png"/><Relationship Id="rId40" Type="http://schemas.openxmlformats.org/officeDocument/2006/relationships/image" Target="../media/image216.png"/><Relationship Id="rId41" Type="http://schemas.openxmlformats.org/officeDocument/2006/relationships/image" Target="../media/image216.png"/><Relationship Id="rId42" Type="http://schemas.openxmlformats.org/officeDocument/2006/relationships/image" Target="../media/image216.png"/><Relationship Id="rId43" Type="http://schemas.openxmlformats.org/officeDocument/2006/relationships/image" Target="../media/image217.png"/><Relationship Id="rId44" Type="http://schemas.openxmlformats.org/officeDocument/2006/relationships/image" Target="../media/image218.png"/><Relationship Id="rId45" Type="http://schemas.openxmlformats.org/officeDocument/2006/relationships/image" Target="../media/image219.png"/><Relationship Id="rId46" Type="http://schemas.openxmlformats.org/officeDocument/2006/relationships/image" Target="../media/image220.png"/><Relationship Id="rId47" Type="http://schemas.openxmlformats.org/officeDocument/2006/relationships/image" Target="../media/image221.png"/><Relationship Id="rId48" Type="http://schemas.openxmlformats.org/officeDocument/2006/relationships/image" Target="../media/image222.png"/><Relationship Id="rId49" Type="http://schemas.openxmlformats.org/officeDocument/2006/relationships/image" Target="../media/image223.png"/><Relationship Id="rId50" Type="http://schemas.openxmlformats.org/officeDocument/2006/relationships/image" Target="../media/image224.png"/><Relationship Id="rId51" Type="http://schemas.openxmlformats.org/officeDocument/2006/relationships/image" Target="../media/image225.png"/><Relationship Id="rId52" Type="http://schemas.openxmlformats.org/officeDocument/2006/relationships/image" Target="../media/image226.png"/><Relationship Id="rId53" Type="http://schemas.openxmlformats.org/officeDocument/2006/relationships/image" Target="../media/image227.png"/><Relationship Id="rId54" Type="http://schemas.openxmlformats.org/officeDocument/2006/relationships/image" Target="../media/image228.png"/><Relationship Id="rId55" Type="http://schemas.openxmlformats.org/officeDocument/2006/relationships/image" Target="../media/image229.png"/><Relationship Id="rId56" Type="http://schemas.openxmlformats.org/officeDocument/2006/relationships/image" Target="../media/image230.png"/><Relationship Id="rId57" Type="http://schemas.openxmlformats.org/officeDocument/2006/relationships/image" Target="../media/image231.png"/><Relationship Id="rId58" Type="http://schemas.openxmlformats.org/officeDocument/2006/relationships/image" Target="../media/image232.png"/><Relationship Id="rId59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Relationship Id="rId8" Type="http://schemas.openxmlformats.org/officeDocument/2006/relationships/image" Target="../media/image239.png"/><Relationship Id="rId9" Type="http://schemas.openxmlformats.org/officeDocument/2006/relationships/image" Target="../media/image240.png"/><Relationship Id="rId10" Type="http://schemas.openxmlformats.org/officeDocument/2006/relationships/image" Target="../media/image241.png"/><Relationship Id="rId11" Type="http://schemas.openxmlformats.org/officeDocument/2006/relationships/image" Target="../media/image242.png"/><Relationship Id="rId12" Type="http://schemas.openxmlformats.org/officeDocument/2006/relationships/image" Target="../media/image243.png"/><Relationship Id="rId13" Type="http://schemas.openxmlformats.org/officeDocument/2006/relationships/image" Target="../media/image244.png"/><Relationship Id="rId14" Type="http://schemas.openxmlformats.org/officeDocument/2006/relationships/image" Target="../media/image245.png"/><Relationship Id="rId15" Type="http://schemas.openxmlformats.org/officeDocument/2006/relationships/image" Target="../media/image246.png"/><Relationship Id="rId16" Type="http://schemas.openxmlformats.org/officeDocument/2006/relationships/image" Target="../media/image247.png"/><Relationship Id="rId17" Type="http://schemas.openxmlformats.org/officeDocument/2006/relationships/image" Target="../media/image248.png"/><Relationship Id="rId18" Type="http://schemas.openxmlformats.org/officeDocument/2006/relationships/image" Target="../media/image249.png"/><Relationship Id="rId19" Type="http://schemas.openxmlformats.org/officeDocument/2006/relationships/image" Target="../media/image250.png"/><Relationship Id="rId20" Type="http://schemas.openxmlformats.org/officeDocument/2006/relationships/image" Target="../media/image251.png"/><Relationship Id="rId21" Type="http://schemas.openxmlformats.org/officeDocument/2006/relationships/image" Target="../media/image252.png"/><Relationship Id="rId22" Type="http://schemas.openxmlformats.org/officeDocument/2006/relationships/image" Target="../media/image253.png"/><Relationship Id="rId23" Type="http://schemas.openxmlformats.org/officeDocument/2006/relationships/image" Target="../media/image254.png"/><Relationship Id="rId24" Type="http://schemas.openxmlformats.org/officeDocument/2006/relationships/image" Target="../media/image255.png"/><Relationship Id="rId25" Type="http://schemas.openxmlformats.org/officeDocument/2006/relationships/image" Target="../media/image256.png"/><Relationship Id="rId26" Type="http://schemas.openxmlformats.org/officeDocument/2006/relationships/image" Target="../media/image257.png"/><Relationship Id="rId27" Type="http://schemas.openxmlformats.org/officeDocument/2006/relationships/image" Target="../media/image258.png"/><Relationship Id="rId28" Type="http://schemas.openxmlformats.org/officeDocument/2006/relationships/image" Target="../media/image259.png"/><Relationship Id="rId29" Type="http://schemas.openxmlformats.org/officeDocument/2006/relationships/image" Target="../media/image260.png"/><Relationship Id="rId30" Type="http://schemas.openxmlformats.org/officeDocument/2006/relationships/image" Target="../media/image261.png"/><Relationship Id="rId31" Type="http://schemas.openxmlformats.org/officeDocument/2006/relationships/image" Target="../media/image259.png"/><Relationship Id="rId32" Type="http://schemas.openxmlformats.org/officeDocument/2006/relationships/image" Target="../media/image259.png"/><Relationship Id="rId33" Type="http://schemas.openxmlformats.org/officeDocument/2006/relationships/image" Target="../media/image261.png"/><Relationship Id="rId34" Type="http://schemas.openxmlformats.org/officeDocument/2006/relationships/image" Target="../media/image259.png"/><Relationship Id="rId35" Type="http://schemas.openxmlformats.org/officeDocument/2006/relationships/image" Target="../media/image260.png"/><Relationship Id="rId3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Relationship Id="rId8" Type="http://schemas.openxmlformats.org/officeDocument/2006/relationships/image" Target="../media/image266.png"/><Relationship Id="rId9" Type="http://schemas.openxmlformats.org/officeDocument/2006/relationships/image" Target="../media/image267.png"/><Relationship Id="rId10" Type="http://schemas.openxmlformats.org/officeDocument/2006/relationships/image" Target="../media/image268.png"/><Relationship Id="rId11" Type="http://schemas.openxmlformats.org/officeDocument/2006/relationships/image" Target="../media/image269.png"/><Relationship Id="rId12" Type="http://schemas.openxmlformats.org/officeDocument/2006/relationships/image" Target="../media/image270.png"/><Relationship Id="rId13" Type="http://schemas.openxmlformats.org/officeDocument/2006/relationships/image" Target="../media/image271.png"/><Relationship Id="rId14" Type="http://schemas.openxmlformats.org/officeDocument/2006/relationships/image" Target="../media/image272.png"/><Relationship Id="rId15" Type="http://schemas.openxmlformats.org/officeDocument/2006/relationships/image" Target="../media/image273.png"/><Relationship Id="rId16" Type="http://schemas.openxmlformats.org/officeDocument/2006/relationships/image" Target="../media/image274.png"/><Relationship Id="rId17" Type="http://schemas.openxmlformats.org/officeDocument/2006/relationships/image" Target="../media/image165.png"/><Relationship Id="rId18" Type="http://schemas.openxmlformats.org/officeDocument/2006/relationships/image" Target="../media/image275.png"/><Relationship Id="rId19" Type="http://schemas.openxmlformats.org/officeDocument/2006/relationships/image" Target="../media/image276.png"/><Relationship Id="rId20" Type="http://schemas.openxmlformats.org/officeDocument/2006/relationships/image" Target="../media/image168.png"/><Relationship Id="rId21" Type="http://schemas.openxmlformats.org/officeDocument/2006/relationships/image" Target="../media/image277.png"/><Relationship Id="rId22" Type="http://schemas.openxmlformats.org/officeDocument/2006/relationships/image" Target="../media/image44.png"/><Relationship Id="rId23" Type="http://schemas.openxmlformats.org/officeDocument/2006/relationships/image" Target="../media/image278.png"/><Relationship Id="rId24" Type="http://schemas.openxmlformats.org/officeDocument/2006/relationships/image" Target="../media/image279.png"/><Relationship Id="rId25" Type="http://schemas.openxmlformats.org/officeDocument/2006/relationships/image" Target="../media/image280.png"/><Relationship Id="rId26" Type="http://schemas.openxmlformats.org/officeDocument/2006/relationships/image" Target="../media/image281.png"/><Relationship Id="rId27" Type="http://schemas.openxmlformats.org/officeDocument/2006/relationships/image" Target="../media/image282.png"/><Relationship Id="rId28" Type="http://schemas.openxmlformats.org/officeDocument/2006/relationships/image" Target="../media/image283.png"/><Relationship Id="rId29" Type="http://schemas.openxmlformats.org/officeDocument/2006/relationships/image" Target="../media/image284.png"/><Relationship Id="rId30" Type="http://schemas.openxmlformats.org/officeDocument/2006/relationships/image" Target="../media/image285.png"/><Relationship Id="rId31" Type="http://schemas.openxmlformats.org/officeDocument/2006/relationships/image" Target="../media/image286.png"/><Relationship Id="rId32" Type="http://schemas.openxmlformats.org/officeDocument/2006/relationships/image" Target="../media/image287.png"/><Relationship Id="rId3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288.png"/><Relationship Id="rId3" Type="http://schemas.openxmlformats.org/officeDocument/2006/relationships/image" Target="../media/image289.png"/><Relationship Id="rId4" Type="http://schemas.openxmlformats.org/officeDocument/2006/relationships/image" Target="../media/image290.png"/><Relationship Id="rId5" Type="http://schemas.openxmlformats.org/officeDocument/2006/relationships/image" Target="../media/image291.png"/><Relationship Id="rId6" Type="http://schemas.openxmlformats.org/officeDocument/2006/relationships/image" Target="../media/image292.png"/><Relationship Id="rId7" Type="http://schemas.openxmlformats.org/officeDocument/2006/relationships/image" Target="../media/image292.png"/><Relationship Id="rId8" Type="http://schemas.openxmlformats.org/officeDocument/2006/relationships/image" Target="../media/image292.png"/><Relationship Id="rId9" Type="http://schemas.openxmlformats.org/officeDocument/2006/relationships/image" Target="../media/image293.png"/><Relationship Id="rId10" Type="http://schemas.openxmlformats.org/officeDocument/2006/relationships/image" Target="../media/image294.png"/><Relationship Id="rId11" Type="http://schemas.openxmlformats.org/officeDocument/2006/relationships/image" Target="../media/image295.png"/><Relationship Id="rId12" Type="http://schemas.openxmlformats.org/officeDocument/2006/relationships/image" Target="../media/image296.png"/><Relationship Id="rId13" Type="http://schemas.openxmlformats.org/officeDocument/2006/relationships/image" Target="../media/image297.png"/><Relationship Id="rId14" Type="http://schemas.openxmlformats.org/officeDocument/2006/relationships/image" Target="../media/image298.png"/><Relationship Id="rId15" Type="http://schemas.openxmlformats.org/officeDocument/2006/relationships/image" Target="../media/image299.png"/><Relationship Id="rId16" Type="http://schemas.openxmlformats.org/officeDocument/2006/relationships/image" Target="../media/image300.png"/><Relationship Id="rId17" Type="http://schemas.openxmlformats.org/officeDocument/2006/relationships/image" Target="../media/image301.png"/><Relationship Id="rId18" Type="http://schemas.openxmlformats.org/officeDocument/2006/relationships/image" Target="../media/image302.png"/><Relationship Id="rId19" Type="http://schemas.openxmlformats.org/officeDocument/2006/relationships/image" Target="../media/image303.png"/><Relationship Id="rId20" Type="http://schemas.openxmlformats.org/officeDocument/2006/relationships/image" Target="../media/image304.png"/><Relationship Id="rId21" Type="http://schemas.openxmlformats.org/officeDocument/2006/relationships/image" Target="../media/image305.png"/><Relationship Id="rId22" Type="http://schemas.openxmlformats.org/officeDocument/2006/relationships/image" Target="../media/image306.png"/><Relationship Id="rId23" Type="http://schemas.openxmlformats.org/officeDocument/2006/relationships/image" Target="../media/image307.png"/><Relationship Id="rId24" Type="http://schemas.openxmlformats.org/officeDocument/2006/relationships/image" Target="../media/image308.png"/><Relationship Id="rId25" Type="http://schemas.openxmlformats.org/officeDocument/2006/relationships/image" Target="../media/image309.png"/><Relationship Id="rId26" Type="http://schemas.openxmlformats.org/officeDocument/2006/relationships/image" Target="../media/image310.png"/><Relationship Id="rId27" Type="http://schemas.openxmlformats.org/officeDocument/2006/relationships/image" Target="../media/image311.png"/><Relationship Id="rId28" Type="http://schemas.openxmlformats.org/officeDocument/2006/relationships/image" Target="../media/image312.png"/><Relationship Id="rId29" Type="http://schemas.openxmlformats.org/officeDocument/2006/relationships/image" Target="../media/image313.png"/><Relationship Id="rId30" Type="http://schemas.openxmlformats.org/officeDocument/2006/relationships/image" Target="../media/image314.png"/><Relationship Id="rId31" Type="http://schemas.openxmlformats.org/officeDocument/2006/relationships/image" Target="../media/image315.png"/><Relationship Id="rId32" Type="http://schemas.openxmlformats.org/officeDocument/2006/relationships/image" Target="../media/image316.png"/><Relationship Id="rId33" Type="http://schemas.openxmlformats.org/officeDocument/2006/relationships/image" Target="../media/image317.png"/><Relationship Id="rId34" Type="http://schemas.openxmlformats.org/officeDocument/2006/relationships/image" Target="../media/image318.png"/><Relationship Id="rId35" Type="http://schemas.openxmlformats.org/officeDocument/2006/relationships/image" Target="../media/image319.png"/><Relationship Id="rId36" Type="http://schemas.openxmlformats.org/officeDocument/2006/relationships/image" Target="../media/image320.png"/><Relationship Id="rId37" Type="http://schemas.openxmlformats.org/officeDocument/2006/relationships/image" Target="../media/image321.png"/><Relationship Id="rId38" Type="http://schemas.openxmlformats.org/officeDocument/2006/relationships/image" Target="../media/image322.png"/><Relationship Id="rId39" Type="http://schemas.openxmlformats.org/officeDocument/2006/relationships/image" Target="../media/image323.png"/><Relationship Id="rId40" Type="http://schemas.openxmlformats.org/officeDocument/2006/relationships/image" Target="../media/image324.png"/><Relationship Id="rId41" Type="http://schemas.openxmlformats.org/officeDocument/2006/relationships/image" Target="../media/image325.png"/><Relationship Id="rId42" Type="http://schemas.openxmlformats.org/officeDocument/2006/relationships/image" Target="../media/image325.png"/><Relationship Id="rId43" Type="http://schemas.openxmlformats.org/officeDocument/2006/relationships/image" Target="../media/image325.png"/><Relationship Id="rId44" Type="http://schemas.openxmlformats.org/officeDocument/2006/relationships/image" Target="../media/image325.png"/><Relationship Id="rId45" Type="http://schemas.openxmlformats.org/officeDocument/2006/relationships/image" Target="../media/image325.png"/><Relationship Id="rId46" Type="http://schemas.openxmlformats.org/officeDocument/2006/relationships/image" Target="../media/image326.png"/><Relationship Id="rId47" Type="http://schemas.openxmlformats.org/officeDocument/2006/relationships/image" Target="../media/image327.png"/><Relationship Id="rId48" Type="http://schemas.openxmlformats.org/officeDocument/2006/relationships/image" Target="../media/image328.png"/><Relationship Id="rId49" Type="http://schemas.openxmlformats.org/officeDocument/2006/relationships/image" Target="../media/image329.png"/><Relationship Id="rId50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330.png"/><Relationship Id="rId3" Type="http://schemas.openxmlformats.org/officeDocument/2006/relationships/image" Target="../media/image331.png"/><Relationship Id="rId4" Type="http://schemas.openxmlformats.org/officeDocument/2006/relationships/image" Target="../media/image332.png"/><Relationship Id="rId5" Type="http://schemas.openxmlformats.org/officeDocument/2006/relationships/image" Target="../media/image332.png"/><Relationship Id="rId6" Type="http://schemas.openxmlformats.org/officeDocument/2006/relationships/image" Target="../media/image332.png"/><Relationship Id="rId7" Type="http://schemas.openxmlformats.org/officeDocument/2006/relationships/image" Target="../media/image333.png"/><Relationship Id="rId8" Type="http://schemas.openxmlformats.org/officeDocument/2006/relationships/image" Target="../media/image334.png"/><Relationship Id="rId9" Type="http://schemas.openxmlformats.org/officeDocument/2006/relationships/image" Target="../media/image335.png"/><Relationship Id="rId10" Type="http://schemas.openxmlformats.org/officeDocument/2006/relationships/image" Target="../media/image336.png"/><Relationship Id="rId11" Type="http://schemas.openxmlformats.org/officeDocument/2006/relationships/image" Target="../media/image337.png"/><Relationship Id="rId12" Type="http://schemas.openxmlformats.org/officeDocument/2006/relationships/image" Target="../media/image338.png"/><Relationship Id="rId13" Type="http://schemas.openxmlformats.org/officeDocument/2006/relationships/image" Target="../media/image339.png"/><Relationship Id="rId14" Type="http://schemas.openxmlformats.org/officeDocument/2006/relationships/image" Target="../media/image340.png"/><Relationship Id="rId15" Type="http://schemas.openxmlformats.org/officeDocument/2006/relationships/image" Target="../media/image341.png"/><Relationship Id="rId16" Type="http://schemas.openxmlformats.org/officeDocument/2006/relationships/image" Target="../media/image342.png"/><Relationship Id="rId17" Type="http://schemas.openxmlformats.org/officeDocument/2006/relationships/image" Target="../media/image343.png"/><Relationship Id="rId18" Type="http://schemas.openxmlformats.org/officeDocument/2006/relationships/image" Target="../media/image344.png"/><Relationship Id="rId19" Type="http://schemas.openxmlformats.org/officeDocument/2006/relationships/image" Target="../media/image345.png"/><Relationship Id="rId20" Type="http://schemas.openxmlformats.org/officeDocument/2006/relationships/image" Target="../media/image346.png"/><Relationship Id="rId21" Type="http://schemas.openxmlformats.org/officeDocument/2006/relationships/image" Target="../media/image347.png"/><Relationship Id="rId22" Type="http://schemas.openxmlformats.org/officeDocument/2006/relationships/image" Target="../media/image348.png"/><Relationship Id="rId23" Type="http://schemas.openxmlformats.org/officeDocument/2006/relationships/image" Target="../media/image349.png"/><Relationship Id="rId24" Type="http://schemas.openxmlformats.org/officeDocument/2006/relationships/image" Target="../media/image350.png"/><Relationship Id="rId25" Type="http://schemas.openxmlformats.org/officeDocument/2006/relationships/image" Target="../media/image253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2.png"/><Relationship Id="rId32" Type="http://schemas.openxmlformats.org/officeDocument/2006/relationships/image" Target="../media/image353.png"/><Relationship Id="rId33" Type="http://schemas.openxmlformats.org/officeDocument/2006/relationships/image" Target="../media/image354.png"/><Relationship Id="rId34" Type="http://schemas.openxmlformats.org/officeDocument/2006/relationships/image" Target="../media/image355.png"/><Relationship Id="rId3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356.png"/><Relationship Id="rId5" Type="http://schemas.openxmlformats.org/officeDocument/2006/relationships/image" Target="../media/image357.png"/><Relationship Id="rId6" Type="http://schemas.openxmlformats.org/officeDocument/2006/relationships/image" Target="../media/image358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361.png"/><Relationship Id="rId10" Type="http://schemas.openxmlformats.org/officeDocument/2006/relationships/image" Target="../media/image165.png"/><Relationship Id="rId11" Type="http://schemas.openxmlformats.org/officeDocument/2006/relationships/image" Target="../media/image275.png"/><Relationship Id="rId12" Type="http://schemas.openxmlformats.org/officeDocument/2006/relationships/image" Target="../media/image276.png"/><Relationship Id="rId13" Type="http://schemas.openxmlformats.org/officeDocument/2006/relationships/image" Target="../media/image168.png"/><Relationship Id="rId14" Type="http://schemas.openxmlformats.org/officeDocument/2006/relationships/image" Target="../media/image362.png"/><Relationship Id="rId15" Type="http://schemas.openxmlformats.org/officeDocument/2006/relationships/image" Target="../media/image363.png"/><Relationship Id="rId16" Type="http://schemas.openxmlformats.org/officeDocument/2006/relationships/image" Target="../media/image364.png"/><Relationship Id="rId17" Type="http://schemas.openxmlformats.org/officeDocument/2006/relationships/image" Target="../media/image365.png"/><Relationship Id="rId18" Type="http://schemas.openxmlformats.org/officeDocument/2006/relationships/image" Target="../media/image366.png"/><Relationship Id="rId19" Type="http://schemas.openxmlformats.org/officeDocument/2006/relationships/image" Target="../media/image367.png"/><Relationship Id="rId20" Type="http://schemas.openxmlformats.org/officeDocument/2006/relationships/image" Target="../media/image368.png"/><Relationship Id="rId21" Type="http://schemas.openxmlformats.org/officeDocument/2006/relationships/image" Target="../media/image283.png"/><Relationship Id="rId22" Type="http://schemas.openxmlformats.org/officeDocument/2006/relationships/image" Target="../media/image369.png"/><Relationship Id="rId23" Type="http://schemas.openxmlformats.org/officeDocument/2006/relationships/image" Target="../media/image370.png"/><Relationship Id="rId24" Type="http://schemas.openxmlformats.org/officeDocument/2006/relationships/image" Target="../media/image371.png"/><Relationship Id="rId25" Type="http://schemas.openxmlformats.org/officeDocument/2006/relationships/image" Target="../media/image371.png"/><Relationship Id="rId26" Type="http://schemas.openxmlformats.org/officeDocument/2006/relationships/image" Target="../media/image371.png"/><Relationship Id="rId27" Type="http://schemas.openxmlformats.org/officeDocument/2006/relationships/image" Target="../media/image372.png"/><Relationship Id="rId28" Type="http://schemas.openxmlformats.org/officeDocument/2006/relationships/image" Target="../media/image371.png"/><Relationship Id="rId29" Type="http://schemas.openxmlformats.org/officeDocument/2006/relationships/image" Target="../media/image373.png"/><Relationship Id="rId30" Type="http://schemas.openxmlformats.org/officeDocument/2006/relationships/image" Target="../media/image374.png"/><Relationship Id="rId31" Type="http://schemas.openxmlformats.org/officeDocument/2006/relationships/image" Target="../media/image371.png"/><Relationship Id="rId32" Type="http://schemas.openxmlformats.org/officeDocument/2006/relationships/image" Target="../media/image375.png"/><Relationship Id="rId33" Type="http://schemas.openxmlformats.org/officeDocument/2006/relationships/image" Target="../media/image376.png"/><Relationship Id="rId34" Type="http://schemas.openxmlformats.org/officeDocument/2006/relationships/image" Target="../media/image371.png"/><Relationship Id="rId35" Type="http://schemas.openxmlformats.org/officeDocument/2006/relationships/image" Target="../media/image377.png"/><Relationship Id="rId36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288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378.png"/><Relationship Id="rId8" Type="http://schemas.openxmlformats.org/officeDocument/2006/relationships/image" Target="../media/image379.png"/><Relationship Id="rId9" Type="http://schemas.openxmlformats.org/officeDocument/2006/relationships/image" Target="../media/image380.png"/><Relationship Id="rId10" Type="http://schemas.openxmlformats.org/officeDocument/2006/relationships/image" Target="../media/image381.png"/><Relationship Id="rId11" Type="http://schemas.openxmlformats.org/officeDocument/2006/relationships/image" Target="../media/image382.png"/><Relationship Id="rId12" Type="http://schemas.openxmlformats.org/officeDocument/2006/relationships/image" Target="../media/image383.png"/><Relationship Id="rId13" Type="http://schemas.openxmlformats.org/officeDocument/2006/relationships/image" Target="../media/image384.png"/><Relationship Id="rId14" Type="http://schemas.openxmlformats.org/officeDocument/2006/relationships/image" Target="../media/image385.png"/><Relationship Id="rId15" Type="http://schemas.openxmlformats.org/officeDocument/2006/relationships/image" Target="../media/image386.png"/><Relationship Id="rId16" Type="http://schemas.openxmlformats.org/officeDocument/2006/relationships/image" Target="../media/image387.png"/><Relationship Id="rId17" Type="http://schemas.openxmlformats.org/officeDocument/2006/relationships/image" Target="../media/image388.png"/><Relationship Id="rId18" Type="http://schemas.openxmlformats.org/officeDocument/2006/relationships/image" Target="../media/image389.png"/><Relationship Id="rId19" Type="http://schemas.openxmlformats.org/officeDocument/2006/relationships/image" Target="../media/image302.png"/><Relationship Id="rId20" Type="http://schemas.openxmlformats.org/officeDocument/2006/relationships/image" Target="../media/image390.png"/><Relationship Id="rId21" Type="http://schemas.openxmlformats.org/officeDocument/2006/relationships/image" Target="../media/image303.png"/><Relationship Id="rId22" Type="http://schemas.openxmlformats.org/officeDocument/2006/relationships/image" Target="../media/image304.png"/><Relationship Id="rId23" Type="http://schemas.openxmlformats.org/officeDocument/2006/relationships/image" Target="../media/image305.png"/><Relationship Id="rId24" Type="http://schemas.openxmlformats.org/officeDocument/2006/relationships/image" Target="../media/image391.png"/><Relationship Id="rId25" Type="http://schemas.openxmlformats.org/officeDocument/2006/relationships/image" Target="../media/image392.png"/><Relationship Id="rId26" Type="http://schemas.openxmlformats.org/officeDocument/2006/relationships/image" Target="../media/image393.png"/><Relationship Id="rId27" Type="http://schemas.openxmlformats.org/officeDocument/2006/relationships/image" Target="../media/image394.png"/><Relationship Id="rId28" Type="http://schemas.openxmlformats.org/officeDocument/2006/relationships/image" Target="../media/image325.png"/><Relationship Id="rId29" Type="http://schemas.openxmlformats.org/officeDocument/2006/relationships/image" Target="../media/image325.png"/><Relationship Id="rId30" Type="http://schemas.openxmlformats.org/officeDocument/2006/relationships/image" Target="../media/image325.png"/><Relationship Id="rId31" Type="http://schemas.openxmlformats.org/officeDocument/2006/relationships/image" Target="../media/image325.png"/><Relationship Id="rId32" Type="http://schemas.openxmlformats.org/officeDocument/2006/relationships/image" Target="../media/image325.png"/><Relationship Id="rId33" Type="http://schemas.openxmlformats.org/officeDocument/2006/relationships/image" Target="../media/image325.png"/><Relationship Id="rId34" Type="http://schemas.openxmlformats.org/officeDocument/2006/relationships/image" Target="../media/image395.png"/><Relationship Id="rId35" Type="http://schemas.openxmlformats.org/officeDocument/2006/relationships/image" Target="../media/image396.png"/><Relationship Id="rId36" Type="http://schemas.openxmlformats.org/officeDocument/2006/relationships/image" Target="../media/image397.png"/><Relationship Id="rId37" Type="http://schemas.openxmlformats.org/officeDocument/2006/relationships/image" Target="../media/image398.png"/><Relationship Id="rId38" Type="http://schemas.openxmlformats.org/officeDocument/2006/relationships/image" Target="../media/image399.png"/><Relationship Id="rId39" Type="http://schemas.openxmlformats.org/officeDocument/2006/relationships/image" Target="../media/image400.png"/><Relationship Id="rId40" Type="http://schemas.openxmlformats.org/officeDocument/2006/relationships/image" Target="../media/image401.png"/><Relationship Id="rId41" Type="http://schemas.openxmlformats.org/officeDocument/2006/relationships/image" Target="../media/image402.png"/><Relationship Id="rId42" Type="http://schemas.openxmlformats.org/officeDocument/2006/relationships/image" Target="../media/image403.png"/><Relationship Id="rId4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7.png"/><Relationship Id="rId2" Type="http://schemas.openxmlformats.org/officeDocument/2006/relationships/image" Target="../media/image404.png"/><Relationship Id="rId3" Type="http://schemas.openxmlformats.org/officeDocument/2006/relationships/image" Target="../media/image405.png"/><Relationship Id="rId4" Type="http://schemas.openxmlformats.org/officeDocument/2006/relationships/image" Target="../media/image406.png"/><Relationship Id="rId5" Type="http://schemas.openxmlformats.org/officeDocument/2006/relationships/image" Target="../media/image405.png"/><Relationship Id="rId6" Type="http://schemas.openxmlformats.org/officeDocument/2006/relationships/image" Target="../media/image407.png"/><Relationship Id="rId7" Type="http://schemas.openxmlformats.org/officeDocument/2006/relationships/image" Target="../media/image408.png"/><Relationship Id="rId8" Type="http://schemas.openxmlformats.org/officeDocument/2006/relationships/image" Target="../media/image409.png"/><Relationship Id="rId9" Type="http://schemas.openxmlformats.org/officeDocument/2006/relationships/image" Target="../media/image410.png"/><Relationship Id="rId10" Type="http://schemas.openxmlformats.org/officeDocument/2006/relationships/image" Target="../media/image411.png"/><Relationship Id="rId11" Type="http://schemas.openxmlformats.org/officeDocument/2006/relationships/image" Target="../media/image412.png"/><Relationship Id="rId12" Type="http://schemas.openxmlformats.org/officeDocument/2006/relationships/image" Target="../media/image413.png"/><Relationship Id="rId13" Type="http://schemas.openxmlformats.org/officeDocument/2006/relationships/image" Target="../media/image414.png"/><Relationship Id="rId14" Type="http://schemas.openxmlformats.org/officeDocument/2006/relationships/image" Target="../media/image415.png"/><Relationship Id="rId15" Type="http://schemas.openxmlformats.org/officeDocument/2006/relationships/image" Target="../media/image416.png"/><Relationship Id="rId16" Type="http://schemas.openxmlformats.org/officeDocument/2006/relationships/image" Target="../media/image417.png"/><Relationship Id="rId17" Type="http://schemas.openxmlformats.org/officeDocument/2006/relationships/image" Target="../media/image418.png"/><Relationship Id="rId18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20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21.png"/><Relationship Id="rId3" Type="http://schemas.openxmlformats.org/officeDocument/2006/relationships/image" Target="../media/image422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png"/><Relationship Id="rId7" Type="http://schemas.openxmlformats.org/officeDocument/2006/relationships/image" Target="../media/image425.png"/><Relationship Id="rId8" Type="http://schemas.openxmlformats.org/officeDocument/2006/relationships/image" Target="../media/image426.png"/><Relationship Id="rId9" Type="http://schemas.openxmlformats.org/officeDocument/2006/relationships/image" Target="../media/image427.png"/><Relationship Id="rId10" Type="http://schemas.openxmlformats.org/officeDocument/2006/relationships/image" Target="../media/image428.png"/><Relationship Id="rId1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29.png"/><Relationship Id="rId3" Type="http://schemas.openxmlformats.org/officeDocument/2006/relationships/image" Target="../media/image430.png"/><Relationship Id="rId4" Type="http://schemas.openxmlformats.org/officeDocument/2006/relationships/image" Target="../media/image431.png"/><Relationship Id="rId5" Type="http://schemas.openxmlformats.org/officeDocument/2006/relationships/image" Target="../media/image432.png"/><Relationship Id="rId6" Type="http://schemas.openxmlformats.org/officeDocument/2006/relationships/image" Target="../media/image431.png"/><Relationship Id="rId7" Type="http://schemas.openxmlformats.org/officeDocument/2006/relationships/image" Target="../media/image431.png"/><Relationship Id="rId8" Type="http://schemas.openxmlformats.org/officeDocument/2006/relationships/image" Target="../media/image433.png"/><Relationship Id="rId9" Type="http://schemas.openxmlformats.org/officeDocument/2006/relationships/image" Target="../media/image434.png"/><Relationship Id="rId10" Type="http://schemas.openxmlformats.org/officeDocument/2006/relationships/image" Target="../media/image435.png"/><Relationship Id="rId11" Type="http://schemas.openxmlformats.org/officeDocument/2006/relationships/image" Target="../media/image436.png"/><Relationship Id="rId1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37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38.png"/><Relationship Id="rId3" Type="http://schemas.openxmlformats.org/officeDocument/2006/relationships/image" Target="../media/image422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png"/><Relationship Id="rId7" Type="http://schemas.openxmlformats.org/officeDocument/2006/relationships/image" Target="../media/image425.png"/><Relationship Id="rId8" Type="http://schemas.openxmlformats.org/officeDocument/2006/relationships/image" Target="../media/image426.png"/><Relationship Id="rId9" Type="http://schemas.openxmlformats.org/officeDocument/2006/relationships/image" Target="../media/image427.png"/><Relationship Id="rId10" Type="http://schemas.openxmlformats.org/officeDocument/2006/relationships/image" Target="../media/image428.png"/><Relationship Id="rId1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39.png"/><Relationship Id="rId3" Type="http://schemas.openxmlformats.org/officeDocument/2006/relationships/image" Target="../media/image430.png"/><Relationship Id="rId4" Type="http://schemas.openxmlformats.org/officeDocument/2006/relationships/image" Target="../media/image431.png"/><Relationship Id="rId5" Type="http://schemas.openxmlformats.org/officeDocument/2006/relationships/image" Target="../media/image432.png"/><Relationship Id="rId6" Type="http://schemas.openxmlformats.org/officeDocument/2006/relationships/image" Target="../media/image431.png"/><Relationship Id="rId7" Type="http://schemas.openxmlformats.org/officeDocument/2006/relationships/image" Target="../media/image431.png"/><Relationship Id="rId8" Type="http://schemas.openxmlformats.org/officeDocument/2006/relationships/image" Target="../media/image433.png"/><Relationship Id="rId9" Type="http://schemas.openxmlformats.org/officeDocument/2006/relationships/image" Target="../media/image434.png"/><Relationship Id="rId10" Type="http://schemas.openxmlformats.org/officeDocument/2006/relationships/image" Target="../media/image435.png"/><Relationship Id="rId11" Type="http://schemas.openxmlformats.org/officeDocument/2006/relationships/image" Target="../media/image436.png"/><Relationship Id="rId1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40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41.png"/><Relationship Id="rId3" Type="http://schemas.openxmlformats.org/officeDocument/2006/relationships/image" Target="../media/image442.png"/><Relationship Id="rId4" Type="http://schemas.openxmlformats.org/officeDocument/2006/relationships/image" Target="../media/image442.png"/><Relationship Id="rId5" Type="http://schemas.openxmlformats.org/officeDocument/2006/relationships/image" Target="../media/image443.png"/><Relationship Id="rId6" Type="http://schemas.openxmlformats.org/officeDocument/2006/relationships/image" Target="../media/image444.png"/><Relationship Id="rId7" Type="http://schemas.openxmlformats.org/officeDocument/2006/relationships/image" Target="../media/image433.png"/><Relationship Id="rId8" Type="http://schemas.openxmlformats.org/officeDocument/2006/relationships/image" Target="../media/image445.png"/><Relationship Id="rId9" Type="http://schemas.openxmlformats.org/officeDocument/2006/relationships/image" Target="../media/image446.png"/><Relationship Id="rId10" Type="http://schemas.openxmlformats.org/officeDocument/2006/relationships/image" Target="../media/image436.png"/><Relationship Id="rId1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47.png"/><Relationship Id="rId3" Type="http://schemas.openxmlformats.org/officeDocument/2006/relationships/image" Target="../media/image430.png"/><Relationship Id="rId4" Type="http://schemas.openxmlformats.org/officeDocument/2006/relationships/image" Target="../media/image431.png"/><Relationship Id="rId5" Type="http://schemas.openxmlformats.org/officeDocument/2006/relationships/image" Target="../media/image432.png"/><Relationship Id="rId6" Type="http://schemas.openxmlformats.org/officeDocument/2006/relationships/image" Target="../media/image431.png"/><Relationship Id="rId7" Type="http://schemas.openxmlformats.org/officeDocument/2006/relationships/image" Target="../media/image431.png"/><Relationship Id="rId8" Type="http://schemas.openxmlformats.org/officeDocument/2006/relationships/image" Target="../media/image433.png"/><Relationship Id="rId9" Type="http://schemas.openxmlformats.org/officeDocument/2006/relationships/image" Target="../media/image434.png"/><Relationship Id="rId10" Type="http://schemas.openxmlformats.org/officeDocument/2006/relationships/image" Target="../media/image435.png"/><Relationship Id="rId11" Type="http://schemas.openxmlformats.org/officeDocument/2006/relationships/image" Target="../media/image436.png"/><Relationship Id="rId1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48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49.png"/><Relationship Id="rId3" Type="http://schemas.openxmlformats.org/officeDocument/2006/relationships/image" Target="../media/image450.png"/><Relationship Id="rId4" Type="http://schemas.openxmlformats.org/officeDocument/2006/relationships/image" Target="../media/image450.png"/><Relationship Id="rId5" Type="http://schemas.openxmlformats.org/officeDocument/2006/relationships/image" Target="../media/image451.png"/><Relationship Id="rId6" Type="http://schemas.openxmlformats.org/officeDocument/2006/relationships/image" Target="../media/image452.png"/><Relationship Id="rId7" Type="http://schemas.openxmlformats.org/officeDocument/2006/relationships/image" Target="../media/image425.png"/><Relationship Id="rId8" Type="http://schemas.openxmlformats.org/officeDocument/2006/relationships/image" Target="../media/image426.png"/><Relationship Id="rId9" Type="http://schemas.openxmlformats.org/officeDocument/2006/relationships/image" Target="../media/image453.png"/><Relationship Id="rId10" Type="http://schemas.openxmlformats.org/officeDocument/2006/relationships/image" Target="../media/image436.png"/><Relationship Id="rId1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454.png"/><Relationship Id="rId3" Type="http://schemas.openxmlformats.org/officeDocument/2006/relationships/image" Target="../media/image455.png"/><Relationship Id="rId4" Type="http://schemas.openxmlformats.org/officeDocument/2006/relationships/image" Target="../media/image431.png"/><Relationship Id="rId5" Type="http://schemas.openxmlformats.org/officeDocument/2006/relationships/image" Target="../media/image431.png"/><Relationship Id="rId6" Type="http://schemas.openxmlformats.org/officeDocument/2006/relationships/image" Target="../media/image432.png"/><Relationship Id="rId7" Type="http://schemas.openxmlformats.org/officeDocument/2006/relationships/image" Target="../media/image431.png"/><Relationship Id="rId8" Type="http://schemas.openxmlformats.org/officeDocument/2006/relationships/image" Target="../media/image433.png"/><Relationship Id="rId9" Type="http://schemas.openxmlformats.org/officeDocument/2006/relationships/image" Target="../media/image445.png"/><Relationship Id="rId10" Type="http://schemas.openxmlformats.org/officeDocument/2006/relationships/image" Target="../media/image456.png"/><Relationship Id="rId11" Type="http://schemas.openxmlformats.org/officeDocument/2006/relationships/image" Target="../media/image436.png"/><Relationship Id="rId1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57.png"/><Relationship Id="rId2" Type="http://schemas.openxmlformats.org/officeDocument/2006/relationships/image" Target="../media/image458.png"/><Relationship Id="rId3" Type="http://schemas.openxmlformats.org/officeDocument/2006/relationships/image" Target="../media/image459.png"/><Relationship Id="rId4" Type="http://schemas.openxmlformats.org/officeDocument/2006/relationships/image" Target="../media/image460.png"/><Relationship Id="rId5" Type="http://schemas.openxmlformats.org/officeDocument/2006/relationships/image" Target="../media/image461.png"/><Relationship Id="rId6" Type="http://schemas.openxmlformats.org/officeDocument/2006/relationships/image" Target="../media/image462.png"/><Relationship Id="rId7" Type="http://schemas.openxmlformats.org/officeDocument/2006/relationships/image" Target="../media/image463.png"/><Relationship Id="rId8" Type="http://schemas.openxmlformats.org/officeDocument/2006/relationships/image" Target="../media/image464.png"/><Relationship Id="rId9" Type="http://schemas.openxmlformats.org/officeDocument/2006/relationships/image" Target="../media/image465.png"/><Relationship Id="rId10" Type="http://schemas.openxmlformats.org/officeDocument/2006/relationships/image" Target="../media/image466.png"/><Relationship Id="rId11" Type="http://schemas.openxmlformats.org/officeDocument/2006/relationships/image" Target="../media/image467.png"/><Relationship Id="rId12" Type="http://schemas.openxmlformats.org/officeDocument/2006/relationships/image" Target="../media/image468.png"/><Relationship Id="rId13" Type="http://schemas.openxmlformats.org/officeDocument/2006/relationships/image" Target="../media/image469.png"/><Relationship Id="rId14" Type="http://schemas.openxmlformats.org/officeDocument/2006/relationships/image" Target="../media/image470.png"/><Relationship Id="rId15" Type="http://schemas.openxmlformats.org/officeDocument/2006/relationships/image" Target="../media/image471.png"/><Relationship Id="rId16" Type="http://schemas.openxmlformats.org/officeDocument/2006/relationships/image" Target="../media/image472.png"/><Relationship Id="rId17" Type="http://schemas.openxmlformats.org/officeDocument/2006/relationships/image" Target="../media/image472.png"/><Relationship Id="rId18" Type="http://schemas.openxmlformats.org/officeDocument/2006/relationships/image" Target="../media/image473.png"/><Relationship Id="rId19" Type="http://schemas.openxmlformats.org/officeDocument/2006/relationships/image" Target="../media/image474.png"/><Relationship Id="rId20" Type="http://schemas.openxmlformats.org/officeDocument/2006/relationships/image" Target="../media/image475.png"/><Relationship Id="rId21" Type="http://schemas.openxmlformats.org/officeDocument/2006/relationships/image" Target="../media/image476.png"/><Relationship Id="rId22" Type="http://schemas.openxmlformats.org/officeDocument/2006/relationships/image" Target="../media/image477.png"/><Relationship Id="rId23" Type="http://schemas.openxmlformats.org/officeDocument/2006/relationships/image" Target="../media/image478.png"/><Relationship Id="rId24" Type="http://schemas.openxmlformats.org/officeDocument/2006/relationships/image" Target="../media/image479.png"/><Relationship Id="rId25" Type="http://schemas.openxmlformats.org/officeDocument/2006/relationships/image" Target="../media/image472.png"/><Relationship Id="rId26" Type="http://schemas.openxmlformats.org/officeDocument/2006/relationships/image" Target="../media/image480.png"/><Relationship Id="rId27" Type="http://schemas.openxmlformats.org/officeDocument/2006/relationships/image" Target="../media/image481.png"/><Relationship Id="rId28" Type="http://schemas.openxmlformats.org/officeDocument/2006/relationships/image" Target="../media/image482.png"/><Relationship Id="rId29" Type="http://schemas.openxmlformats.org/officeDocument/2006/relationships/image" Target="../media/image483.png"/><Relationship Id="rId30" Type="http://schemas.openxmlformats.org/officeDocument/2006/relationships/image" Target="../media/image484.png"/><Relationship Id="rId31" Type="http://schemas.openxmlformats.org/officeDocument/2006/relationships/image" Target="../media/image485.png"/><Relationship Id="rId32" Type="http://schemas.openxmlformats.org/officeDocument/2006/relationships/image" Target="../media/image486.png"/><Relationship Id="rId33" Type="http://schemas.openxmlformats.org/officeDocument/2006/relationships/image" Target="../media/image487.png"/><Relationship Id="rId34" Type="http://schemas.openxmlformats.org/officeDocument/2006/relationships/image" Target="../media/image488.png"/><Relationship Id="rId35" Type="http://schemas.openxmlformats.org/officeDocument/2006/relationships/image" Target="../media/image489.png"/><Relationship Id="rId36" Type="http://schemas.openxmlformats.org/officeDocument/2006/relationships/image" Target="../media/image490.png"/><Relationship Id="rId37" Type="http://schemas.openxmlformats.org/officeDocument/2006/relationships/image" Target="../media/image491.png"/><Relationship Id="rId38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57.png"/><Relationship Id="rId2" Type="http://schemas.openxmlformats.org/officeDocument/2006/relationships/image" Target="../media/image492.png"/><Relationship Id="rId3" Type="http://schemas.openxmlformats.org/officeDocument/2006/relationships/image" Target="../media/image493.png"/><Relationship Id="rId4" Type="http://schemas.openxmlformats.org/officeDocument/2006/relationships/image" Target="../media/image494.png"/><Relationship Id="rId5" Type="http://schemas.openxmlformats.org/officeDocument/2006/relationships/image" Target="../media/image495.png"/><Relationship Id="rId6" Type="http://schemas.openxmlformats.org/officeDocument/2006/relationships/image" Target="../media/image496.png"/><Relationship Id="rId7" Type="http://schemas.openxmlformats.org/officeDocument/2006/relationships/image" Target="../media/image497.png"/><Relationship Id="rId8" Type="http://schemas.openxmlformats.org/officeDocument/2006/relationships/image" Target="../media/image498.png"/><Relationship Id="rId9" Type="http://schemas.openxmlformats.org/officeDocument/2006/relationships/image" Target="../media/image498.png"/><Relationship Id="rId10" Type="http://schemas.openxmlformats.org/officeDocument/2006/relationships/image" Target="../media/image498.png"/><Relationship Id="rId11" Type="http://schemas.openxmlformats.org/officeDocument/2006/relationships/image" Target="../media/image498.png"/><Relationship Id="rId12" Type="http://schemas.openxmlformats.org/officeDocument/2006/relationships/image" Target="../media/image498.png"/><Relationship Id="rId13" Type="http://schemas.openxmlformats.org/officeDocument/2006/relationships/image" Target="../media/image499.png"/><Relationship Id="rId14" Type="http://schemas.openxmlformats.org/officeDocument/2006/relationships/image" Target="../media/image500.png"/><Relationship Id="rId15" Type="http://schemas.openxmlformats.org/officeDocument/2006/relationships/image" Target="../media/image501.png"/><Relationship Id="rId16" Type="http://schemas.openxmlformats.org/officeDocument/2006/relationships/image" Target="../media/image501.png"/><Relationship Id="rId17" Type="http://schemas.openxmlformats.org/officeDocument/2006/relationships/image" Target="../media/image502.png"/><Relationship Id="rId18" Type="http://schemas.openxmlformats.org/officeDocument/2006/relationships/image" Target="../media/image503.png"/><Relationship Id="rId19" Type="http://schemas.openxmlformats.org/officeDocument/2006/relationships/image" Target="../media/image504.png"/><Relationship Id="rId20" Type="http://schemas.openxmlformats.org/officeDocument/2006/relationships/image" Target="../media/image504.png"/><Relationship Id="rId21" Type="http://schemas.openxmlformats.org/officeDocument/2006/relationships/image" Target="../media/image504.png"/><Relationship Id="rId22" Type="http://schemas.openxmlformats.org/officeDocument/2006/relationships/image" Target="../media/image505.png"/><Relationship Id="rId23" Type="http://schemas.openxmlformats.org/officeDocument/2006/relationships/image" Target="../media/image498.png"/><Relationship Id="rId24" Type="http://schemas.openxmlformats.org/officeDocument/2006/relationships/image" Target="../media/image499.png"/><Relationship Id="rId25" Type="http://schemas.openxmlformats.org/officeDocument/2006/relationships/image" Target="../media/image497.png"/><Relationship Id="rId26" Type="http://schemas.openxmlformats.org/officeDocument/2006/relationships/image" Target="../media/image498.png"/><Relationship Id="rId27" Type="http://schemas.openxmlformats.org/officeDocument/2006/relationships/image" Target="../media/image498.png"/><Relationship Id="rId28" Type="http://schemas.openxmlformats.org/officeDocument/2006/relationships/image" Target="../media/image498.png"/><Relationship Id="rId29" Type="http://schemas.openxmlformats.org/officeDocument/2006/relationships/image" Target="../media/image498.png"/><Relationship Id="rId30" Type="http://schemas.openxmlformats.org/officeDocument/2006/relationships/image" Target="../media/image498.png"/><Relationship Id="rId31" Type="http://schemas.openxmlformats.org/officeDocument/2006/relationships/image" Target="../media/image499.png"/><Relationship Id="rId32" Type="http://schemas.openxmlformats.org/officeDocument/2006/relationships/image" Target="../media/image506.png"/><Relationship Id="rId33" Type="http://schemas.openxmlformats.org/officeDocument/2006/relationships/image" Target="../media/image507.png"/><Relationship Id="rId34" Type="http://schemas.openxmlformats.org/officeDocument/2006/relationships/image" Target="../media/image508.png"/><Relationship Id="rId35" Type="http://schemas.openxmlformats.org/officeDocument/2006/relationships/image" Target="../media/image509.png"/><Relationship Id="rId36" Type="http://schemas.openxmlformats.org/officeDocument/2006/relationships/image" Target="../media/image510.png"/><Relationship Id="rId37" Type="http://schemas.openxmlformats.org/officeDocument/2006/relationships/image" Target="../media/image511.png"/><Relationship Id="rId38" Type="http://schemas.openxmlformats.org/officeDocument/2006/relationships/image" Target="../media/image512.png"/><Relationship Id="rId39" Type="http://schemas.openxmlformats.org/officeDocument/2006/relationships/image" Target="../media/image513.png"/><Relationship Id="rId40" Type="http://schemas.openxmlformats.org/officeDocument/2006/relationships/image" Target="../media/image514.png"/><Relationship Id="rId41" Type="http://schemas.openxmlformats.org/officeDocument/2006/relationships/image" Target="../media/image515.png"/><Relationship Id="rId4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57.png"/><Relationship Id="rId2" Type="http://schemas.openxmlformats.org/officeDocument/2006/relationships/image" Target="../media/image516.png"/><Relationship Id="rId3" Type="http://schemas.openxmlformats.org/officeDocument/2006/relationships/image" Target="../media/image517.png"/><Relationship Id="rId4" Type="http://schemas.openxmlformats.org/officeDocument/2006/relationships/image" Target="../media/image518.png"/><Relationship Id="rId5" Type="http://schemas.openxmlformats.org/officeDocument/2006/relationships/image" Target="../media/image519.png"/><Relationship Id="rId6" Type="http://schemas.openxmlformats.org/officeDocument/2006/relationships/image" Target="../media/image520.png"/><Relationship Id="rId7" Type="http://schemas.openxmlformats.org/officeDocument/2006/relationships/image" Target="../media/image521.png"/><Relationship Id="rId8" Type="http://schemas.openxmlformats.org/officeDocument/2006/relationships/image" Target="../media/image522.png"/><Relationship Id="rId9" Type="http://schemas.openxmlformats.org/officeDocument/2006/relationships/image" Target="../media/image523.png"/><Relationship Id="rId10" Type="http://schemas.openxmlformats.org/officeDocument/2006/relationships/image" Target="../media/image524.png"/><Relationship Id="rId11" Type="http://schemas.openxmlformats.org/officeDocument/2006/relationships/image" Target="../media/image525.png"/><Relationship Id="rId1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26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27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28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28.png"/><Relationship Id="rId2" Type="http://schemas.openxmlformats.org/officeDocument/2006/relationships/image" Target="../media/image529.png"/><Relationship Id="rId3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30.png"/><Relationship Id="rId2" Type="http://schemas.openxmlformats.org/officeDocument/2006/relationships/image" Target="../media/image531.png"/><Relationship Id="rId3" Type="http://schemas.openxmlformats.org/officeDocument/2006/relationships/image" Target="../media/image532.png"/><Relationship Id="rId4" Type="http://schemas.openxmlformats.org/officeDocument/2006/relationships/image" Target="../media/image533.png"/><Relationship Id="rId5" Type="http://schemas.openxmlformats.org/officeDocument/2006/relationships/image" Target="../media/image534.png"/><Relationship Id="rId6" Type="http://schemas.openxmlformats.org/officeDocument/2006/relationships/image" Target="../media/image535.png"/><Relationship Id="rId7" Type="http://schemas.openxmlformats.org/officeDocument/2006/relationships/image" Target="../media/image536.png"/><Relationship Id="rId8" Type="http://schemas.openxmlformats.org/officeDocument/2006/relationships/image" Target="../media/image537.png"/><Relationship Id="rId9" Type="http://schemas.openxmlformats.org/officeDocument/2006/relationships/image" Target="../media/image538.png"/><Relationship Id="rId10" Type="http://schemas.openxmlformats.org/officeDocument/2006/relationships/image" Target="../media/image539.png"/><Relationship Id="rId11" Type="http://schemas.openxmlformats.org/officeDocument/2006/relationships/image" Target="../media/image540.png"/><Relationship Id="rId12" Type="http://schemas.openxmlformats.org/officeDocument/2006/relationships/image" Target="../media/image541.png"/><Relationship Id="rId13" Type="http://schemas.openxmlformats.org/officeDocument/2006/relationships/image" Target="../media/image542.png"/><Relationship Id="rId14" Type="http://schemas.openxmlformats.org/officeDocument/2006/relationships/image" Target="../media/image543.png"/><Relationship Id="rId15" Type="http://schemas.openxmlformats.org/officeDocument/2006/relationships/image" Target="../media/image544.png"/><Relationship Id="rId16" Type="http://schemas.openxmlformats.org/officeDocument/2006/relationships/image" Target="../media/image545.png"/><Relationship Id="rId17" Type="http://schemas.openxmlformats.org/officeDocument/2006/relationships/image" Target="../media/image546.png"/><Relationship Id="rId18" Type="http://schemas.openxmlformats.org/officeDocument/2006/relationships/image" Target="../media/image547.png"/><Relationship Id="rId19" Type="http://schemas.openxmlformats.org/officeDocument/2006/relationships/image" Target="../media/image548.png"/><Relationship Id="rId20" Type="http://schemas.openxmlformats.org/officeDocument/2006/relationships/image" Target="../media/image549.png"/><Relationship Id="rId21" Type="http://schemas.openxmlformats.org/officeDocument/2006/relationships/image" Target="../media/image550.png"/><Relationship Id="rId22" Type="http://schemas.openxmlformats.org/officeDocument/2006/relationships/image" Target="../media/image551.png"/><Relationship Id="rId23" Type="http://schemas.openxmlformats.org/officeDocument/2006/relationships/image" Target="../media/image552.png"/><Relationship Id="rId24" Type="http://schemas.openxmlformats.org/officeDocument/2006/relationships/image" Target="../media/image553.png"/><Relationship Id="rId25" Type="http://schemas.openxmlformats.org/officeDocument/2006/relationships/image" Target="../media/image552.png"/><Relationship Id="rId26" Type="http://schemas.openxmlformats.org/officeDocument/2006/relationships/image" Target="../media/image554.png"/><Relationship Id="rId27" Type="http://schemas.openxmlformats.org/officeDocument/2006/relationships/image" Target="../media/image555.png"/><Relationship Id="rId28" Type="http://schemas.openxmlformats.org/officeDocument/2006/relationships/image" Target="../media/image556.png"/><Relationship Id="rId29" Type="http://schemas.openxmlformats.org/officeDocument/2006/relationships/image" Target="../media/image557.png"/><Relationship Id="rId30" Type="http://schemas.openxmlformats.org/officeDocument/2006/relationships/image" Target="../media/image558.png"/><Relationship Id="rId31" Type="http://schemas.openxmlformats.org/officeDocument/2006/relationships/image" Target="../media/image559.png"/><Relationship Id="rId32" Type="http://schemas.openxmlformats.org/officeDocument/2006/relationships/image" Target="../media/image558.png"/><Relationship Id="rId33" Type="http://schemas.openxmlformats.org/officeDocument/2006/relationships/image" Target="../media/image560.png"/><Relationship Id="rId34" Type="http://schemas.openxmlformats.org/officeDocument/2006/relationships/image" Target="../media/image561.png"/><Relationship Id="rId35" Type="http://schemas.openxmlformats.org/officeDocument/2006/relationships/image" Target="../media/image562.png"/><Relationship Id="rId36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57.png"/><Relationship Id="rId2" Type="http://schemas.openxmlformats.org/officeDocument/2006/relationships/image" Target="../media/image563.png"/><Relationship Id="rId3" Type="http://schemas.openxmlformats.org/officeDocument/2006/relationships/image" Target="../media/image564.png"/><Relationship Id="rId4" Type="http://schemas.openxmlformats.org/officeDocument/2006/relationships/image" Target="../media/image565.png"/><Relationship Id="rId5" Type="http://schemas.openxmlformats.org/officeDocument/2006/relationships/image" Target="../media/image566.png"/><Relationship Id="rId6" Type="http://schemas.openxmlformats.org/officeDocument/2006/relationships/image" Target="../media/image567.png"/><Relationship Id="rId7" Type="http://schemas.openxmlformats.org/officeDocument/2006/relationships/image" Target="../media/image568.png"/><Relationship Id="rId8" Type="http://schemas.openxmlformats.org/officeDocument/2006/relationships/image" Target="../media/image569.png"/><Relationship Id="rId9" Type="http://schemas.openxmlformats.org/officeDocument/2006/relationships/image" Target="../media/image570.png"/><Relationship Id="rId10" Type="http://schemas.openxmlformats.org/officeDocument/2006/relationships/image" Target="../media/image571.png"/><Relationship Id="rId11" Type="http://schemas.openxmlformats.org/officeDocument/2006/relationships/image" Target="../media/image572.png"/><Relationship Id="rId12" Type="http://schemas.openxmlformats.org/officeDocument/2006/relationships/image" Target="../media/image573.png"/><Relationship Id="rId13" Type="http://schemas.openxmlformats.org/officeDocument/2006/relationships/image" Target="../media/image574.png"/><Relationship Id="rId14" Type="http://schemas.openxmlformats.org/officeDocument/2006/relationships/image" Target="../media/image575.png"/><Relationship Id="rId15" Type="http://schemas.openxmlformats.org/officeDocument/2006/relationships/image" Target="../media/image576.png"/><Relationship Id="rId16" Type="http://schemas.openxmlformats.org/officeDocument/2006/relationships/image" Target="../media/image577.png"/><Relationship Id="rId17" Type="http://schemas.openxmlformats.org/officeDocument/2006/relationships/image" Target="../media/image578.png"/><Relationship Id="rId18" Type="http://schemas.openxmlformats.org/officeDocument/2006/relationships/image" Target="../media/image579.png"/><Relationship Id="rId19" Type="http://schemas.openxmlformats.org/officeDocument/2006/relationships/image" Target="../media/image580.png"/><Relationship Id="rId20" Type="http://schemas.openxmlformats.org/officeDocument/2006/relationships/image" Target="../media/image581.png"/><Relationship Id="rId21" Type="http://schemas.openxmlformats.org/officeDocument/2006/relationships/image" Target="../media/image582.png"/><Relationship Id="rId2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30.png"/><Relationship Id="rId2" Type="http://schemas.openxmlformats.org/officeDocument/2006/relationships/image" Target="../media/image583.png"/><Relationship Id="rId3" Type="http://schemas.openxmlformats.org/officeDocument/2006/relationships/image" Target="../media/image584.png"/><Relationship Id="rId4" Type="http://schemas.openxmlformats.org/officeDocument/2006/relationships/image" Target="../media/image585.png"/><Relationship Id="rId5" Type="http://schemas.openxmlformats.org/officeDocument/2006/relationships/image" Target="../media/image586.png"/><Relationship Id="rId6" Type="http://schemas.openxmlformats.org/officeDocument/2006/relationships/image" Target="../media/image587.png"/><Relationship Id="rId7" Type="http://schemas.openxmlformats.org/officeDocument/2006/relationships/image" Target="../media/image588.png"/><Relationship Id="rId8" Type="http://schemas.openxmlformats.org/officeDocument/2006/relationships/image" Target="../media/image589.png"/><Relationship Id="rId9" Type="http://schemas.openxmlformats.org/officeDocument/2006/relationships/image" Target="../media/image590.png"/><Relationship Id="rId10" Type="http://schemas.openxmlformats.org/officeDocument/2006/relationships/image" Target="../media/image591.png"/><Relationship Id="rId11" Type="http://schemas.openxmlformats.org/officeDocument/2006/relationships/image" Target="../media/image592.png"/><Relationship Id="rId12" Type="http://schemas.openxmlformats.org/officeDocument/2006/relationships/image" Target="../media/image593.png"/><Relationship Id="rId13" Type="http://schemas.openxmlformats.org/officeDocument/2006/relationships/image" Target="../media/image594.png"/><Relationship Id="rId14" Type="http://schemas.openxmlformats.org/officeDocument/2006/relationships/image" Target="../media/image595.png"/><Relationship Id="rId15" Type="http://schemas.openxmlformats.org/officeDocument/2006/relationships/image" Target="../media/image596.png"/><Relationship Id="rId16" Type="http://schemas.openxmlformats.org/officeDocument/2006/relationships/image" Target="../media/image597.png"/><Relationship Id="rId17" Type="http://schemas.openxmlformats.org/officeDocument/2006/relationships/image" Target="../media/image598.png"/><Relationship Id="rId18" Type="http://schemas.openxmlformats.org/officeDocument/2006/relationships/image" Target="../media/image599.png"/><Relationship Id="rId19" Type="http://schemas.openxmlformats.org/officeDocument/2006/relationships/image" Target="../media/image600.png"/><Relationship Id="rId20" Type="http://schemas.openxmlformats.org/officeDocument/2006/relationships/image" Target="../media/image601.png"/><Relationship Id="rId21" Type="http://schemas.openxmlformats.org/officeDocument/2006/relationships/image" Target="../media/image602.png"/><Relationship Id="rId22" Type="http://schemas.openxmlformats.org/officeDocument/2006/relationships/image" Target="../media/image603.png"/><Relationship Id="rId23" Type="http://schemas.openxmlformats.org/officeDocument/2006/relationships/image" Target="../media/image604.png"/><Relationship Id="rId24" Type="http://schemas.openxmlformats.org/officeDocument/2006/relationships/image" Target="../media/image605.png"/><Relationship Id="rId25" Type="http://schemas.openxmlformats.org/officeDocument/2006/relationships/image" Target="../media/image606.png"/><Relationship Id="rId26" Type="http://schemas.openxmlformats.org/officeDocument/2006/relationships/image" Target="../media/image607.png"/><Relationship Id="rId27" Type="http://schemas.openxmlformats.org/officeDocument/2006/relationships/image" Target="../media/image608.png"/><Relationship Id="rId28" Type="http://schemas.openxmlformats.org/officeDocument/2006/relationships/image" Target="../media/image609.png"/><Relationship Id="rId29" Type="http://schemas.openxmlformats.org/officeDocument/2006/relationships/image" Target="../media/image610.png"/><Relationship Id="rId30" Type="http://schemas.openxmlformats.org/officeDocument/2006/relationships/image" Target="../media/image611.png"/><Relationship Id="rId31" Type="http://schemas.openxmlformats.org/officeDocument/2006/relationships/image" Target="../media/image612.png"/><Relationship Id="rId32" Type="http://schemas.openxmlformats.org/officeDocument/2006/relationships/image" Target="../media/image613.png"/><Relationship Id="rId33" Type="http://schemas.openxmlformats.org/officeDocument/2006/relationships/image" Target="../media/image614.png"/><Relationship Id="rId34" Type="http://schemas.openxmlformats.org/officeDocument/2006/relationships/image" Target="../media/image615.png"/><Relationship Id="rId35" Type="http://schemas.openxmlformats.org/officeDocument/2006/relationships/image" Target="../media/image616.png"/><Relationship Id="rId36" Type="http://schemas.openxmlformats.org/officeDocument/2006/relationships/image" Target="../media/image617.png"/><Relationship Id="rId37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30.png"/><Relationship Id="rId2" Type="http://schemas.openxmlformats.org/officeDocument/2006/relationships/image" Target="../media/image618.png"/><Relationship Id="rId3" Type="http://schemas.openxmlformats.org/officeDocument/2006/relationships/image" Target="../media/image619.png"/><Relationship Id="rId4" Type="http://schemas.openxmlformats.org/officeDocument/2006/relationships/image" Target="../media/image620.png"/><Relationship Id="rId5" Type="http://schemas.openxmlformats.org/officeDocument/2006/relationships/image" Target="../media/image621.png"/><Relationship Id="rId6" Type="http://schemas.openxmlformats.org/officeDocument/2006/relationships/image" Target="../media/image622.png"/><Relationship Id="rId7" Type="http://schemas.openxmlformats.org/officeDocument/2006/relationships/image" Target="../media/image623.png"/><Relationship Id="rId8" Type="http://schemas.openxmlformats.org/officeDocument/2006/relationships/image" Target="../media/image624.png"/><Relationship Id="rId9" Type="http://schemas.openxmlformats.org/officeDocument/2006/relationships/image" Target="../media/image625.png"/><Relationship Id="rId10" Type="http://schemas.openxmlformats.org/officeDocument/2006/relationships/image" Target="../media/image626.png"/><Relationship Id="rId11" Type="http://schemas.openxmlformats.org/officeDocument/2006/relationships/image" Target="../media/image627.png"/><Relationship Id="rId12" Type="http://schemas.openxmlformats.org/officeDocument/2006/relationships/image" Target="../media/image628.png"/><Relationship Id="rId13" Type="http://schemas.openxmlformats.org/officeDocument/2006/relationships/image" Target="../media/image629.png"/><Relationship Id="rId14" Type="http://schemas.openxmlformats.org/officeDocument/2006/relationships/image" Target="../media/image630.png"/><Relationship Id="rId15" Type="http://schemas.openxmlformats.org/officeDocument/2006/relationships/image" Target="../media/image631.png"/><Relationship Id="rId16" Type="http://schemas.openxmlformats.org/officeDocument/2006/relationships/image" Target="../media/image632.png"/><Relationship Id="rId17" Type="http://schemas.openxmlformats.org/officeDocument/2006/relationships/image" Target="../media/image633.png"/><Relationship Id="rId18" Type="http://schemas.openxmlformats.org/officeDocument/2006/relationships/image" Target="../media/image634.png"/><Relationship Id="rId19" Type="http://schemas.openxmlformats.org/officeDocument/2006/relationships/image" Target="../media/image635.png"/><Relationship Id="rId20" Type="http://schemas.openxmlformats.org/officeDocument/2006/relationships/image" Target="../media/image636.png"/><Relationship Id="rId21" Type="http://schemas.openxmlformats.org/officeDocument/2006/relationships/image" Target="../media/image637.png"/><Relationship Id="rId22" Type="http://schemas.openxmlformats.org/officeDocument/2006/relationships/image" Target="../media/image638.png"/><Relationship Id="rId23" Type="http://schemas.openxmlformats.org/officeDocument/2006/relationships/image" Target="../media/image639.png"/><Relationship Id="rId24" Type="http://schemas.openxmlformats.org/officeDocument/2006/relationships/image" Target="../media/image640.png"/><Relationship Id="rId25" Type="http://schemas.openxmlformats.org/officeDocument/2006/relationships/image" Target="../media/image641.png"/><Relationship Id="rId26" Type="http://schemas.openxmlformats.org/officeDocument/2006/relationships/image" Target="../media/image642.png"/><Relationship Id="rId27" Type="http://schemas.openxmlformats.org/officeDocument/2006/relationships/image" Target="../media/image643.png"/><Relationship Id="rId28" Type="http://schemas.openxmlformats.org/officeDocument/2006/relationships/image" Target="../media/image644.png"/><Relationship Id="rId29" Type="http://schemas.openxmlformats.org/officeDocument/2006/relationships/image" Target="../media/image645.png"/><Relationship Id="rId30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646.png"/><Relationship Id="rId3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647.png"/><Relationship Id="rId3" Type="http://schemas.openxmlformats.org/officeDocument/2006/relationships/image" Target="../media/image442.png"/><Relationship Id="rId4" Type="http://schemas.openxmlformats.org/officeDocument/2006/relationships/image" Target="../media/image442.png"/><Relationship Id="rId5" Type="http://schemas.openxmlformats.org/officeDocument/2006/relationships/image" Target="../media/image648.png"/><Relationship Id="rId6" Type="http://schemas.openxmlformats.org/officeDocument/2006/relationships/image" Target="../media/image649.png"/><Relationship Id="rId7" Type="http://schemas.openxmlformats.org/officeDocument/2006/relationships/image" Target="../media/image433.png"/><Relationship Id="rId8" Type="http://schemas.openxmlformats.org/officeDocument/2006/relationships/image" Target="../media/image445.png"/><Relationship Id="rId9" Type="http://schemas.openxmlformats.org/officeDocument/2006/relationships/image" Target="../media/image453.png"/><Relationship Id="rId10" Type="http://schemas.openxmlformats.org/officeDocument/2006/relationships/image" Target="../media/image436.png"/><Relationship Id="rId1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19.png"/><Relationship Id="rId2" Type="http://schemas.openxmlformats.org/officeDocument/2006/relationships/image" Target="../media/image650.png"/><Relationship Id="rId3" Type="http://schemas.openxmlformats.org/officeDocument/2006/relationships/image" Target="../media/image651.png"/><Relationship Id="rId4" Type="http://schemas.openxmlformats.org/officeDocument/2006/relationships/image" Target="../media/image431.png"/><Relationship Id="rId5" Type="http://schemas.openxmlformats.org/officeDocument/2006/relationships/image" Target="../media/image431.png"/><Relationship Id="rId6" Type="http://schemas.openxmlformats.org/officeDocument/2006/relationships/image" Target="../media/image432.png"/><Relationship Id="rId7" Type="http://schemas.openxmlformats.org/officeDocument/2006/relationships/image" Target="../media/image431.png"/><Relationship Id="rId8" Type="http://schemas.openxmlformats.org/officeDocument/2006/relationships/image" Target="../media/image433.png"/><Relationship Id="rId9" Type="http://schemas.openxmlformats.org/officeDocument/2006/relationships/image" Target="../media/image445.png"/><Relationship Id="rId10" Type="http://schemas.openxmlformats.org/officeDocument/2006/relationships/image" Target="../media/image456.png"/><Relationship Id="rId11" Type="http://schemas.openxmlformats.org/officeDocument/2006/relationships/image" Target="../media/image436.png"/><Relationship Id="rId1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652.png"/><Relationship Id="rId2" Type="http://schemas.openxmlformats.org/officeDocument/2006/relationships/image" Target="../media/image653.png"/><Relationship Id="rId3" Type="http://schemas.openxmlformats.org/officeDocument/2006/relationships/image" Target="../media/image654.png"/><Relationship Id="rId4" Type="http://schemas.openxmlformats.org/officeDocument/2006/relationships/image" Target="../media/image655.png"/><Relationship Id="rId5" Type="http://schemas.openxmlformats.org/officeDocument/2006/relationships/image" Target="../media/image656.png"/><Relationship Id="rId6" Type="http://schemas.openxmlformats.org/officeDocument/2006/relationships/image" Target="../media/image657.png"/><Relationship Id="rId7" Type="http://schemas.openxmlformats.org/officeDocument/2006/relationships/image" Target="../media/image658.png"/><Relationship Id="rId8" Type="http://schemas.openxmlformats.org/officeDocument/2006/relationships/image" Target="../media/image658.png"/><Relationship Id="rId9" Type="http://schemas.openxmlformats.org/officeDocument/2006/relationships/image" Target="../media/image658.png"/><Relationship Id="rId10" Type="http://schemas.openxmlformats.org/officeDocument/2006/relationships/image" Target="../media/image658.png"/><Relationship Id="rId11" Type="http://schemas.openxmlformats.org/officeDocument/2006/relationships/image" Target="../media/image659.png"/><Relationship Id="rId12" Type="http://schemas.openxmlformats.org/officeDocument/2006/relationships/image" Target="../media/image660.png"/><Relationship Id="rId13" Type="http://schemas.openxmlformats.org/officeDocument/2006/relationships/image" Target="../media/image661.png"/><Relationship Id="rId14" Type="http://schemas.openxmlformats.org/officeDocument/2006/relationships/image" Target="../media/image662.png"/><Relationship Id="rId15" Type="http://schemas.openxmlformats.org/officeDocument/2006/relationships/image" Target="../media/image663.png"/><Relationship Id="rId16" Type="http://schemas.openxmlformats.org/officeDocument/2006/relationships/image" Target="../media/image664.png"/><Relationship Id="rId17" Type="http://schemas.openxmlformats.org/officeDocument/2006/relationships/image" Target="../media/image665.png"/><Relationship Id="rId18" Type="http://schemas.openxmlformats.org/officeDocument/2006/relationships/image" Target="../media/image666.png"/><Relationship Id="rId19" Type="http://schemas.openxmlformats.org/officeDocument/2006/relationships/image" Target="../media/image667.png"/><Relationship Id="rId20" Type="http://schemas.openxmlformats.org/officeDocument/2006/relationships/image" Target="../media/image668.png"/><Relationship Id="rId21" Type="http://schemas.openxmlformats.org/officeDocument/2006/relationships/image" Target="../media/image669.png"/><Relationship Id="rId22" Type="http://schemas.openxmlformats.org/officeDocument/2006/relationships/image" Target="../media/image670.png"/><Relationship Id="rId23" Type="http://schemas.openxmlformats.org/officeDocument/2006/relationships/image" Target="../media/image670.png"/><Relationship Id="rId24" Type="http://schemas.openxmlformats.org/officeDocument/2006/relationships/image" Target="../media/image670.png"/><Relationship Id="rId25" Type="http://schemas.openxmlformats.org/officeDocument/2006/relationships/image" Target="../media/image671.png"/><Relationship Id="rId26" Type="http://schemas.openxmlformats.org/officeDocument/2006/relationships/image" Target="../media/image672.png"/><Relationship Id="rId27" Type="http://schemas.openxmlformats.org/officeDocument/2006/relationships/image" Target="../media/image673.png"/><Relationship Id="rId28" Type="http://schemas.openxmlformats.org/officeDocument/2006/relationships/image" Target="../media/image674.png"/><Relationship Id="rId29" Type="http://schemas.openxmlformats.org/officeDocument/2006/relationships/image" Target="../media/image675.png"/><Relationship Id="rId30" Type="http://schemas.openxmlformats.org/officeDocument/2006/relationships/image" Target="../media/image676.png"/><Relationship Id="rId31" Type="http://schemas.openxmlformats.org/officeDocument/2006/relationships/image" Target="../media/image677.png"/><Relationship Id="rId32" Type="http://schemas.openxmlformats.org/officeDocument/2006/relationships/image" Target="../media/image678.png"/><Relationship Id="rId33" Type="http://schemas.openxmlformats.org/officeDocument/2006/relationships/image" Target="../media/image679.png"/><Relationship Id="rId34" Type="http://schemas.openxmlformats.org/officeDocument/2006/relationships/image" Target="../media/image680.png"/><Relationship Id="rId35" Type="http://schemas.openxmlformats.org/officeDocument/2006/relationships/image" Target="../media/image681.png"/><Relationship Id="rId36" Type="http://schemas.openxmlformats.org/officeDocument/2006/relationships/image" Target="../media/image682.png"/><Relationship Id="rId37" Type="http://schemas.openxmlformats.org/officeDocument/2006/relationships/image" Target="../media/image683.png"/><Relationship Id="rId38" Type="http://schemas.openxmlformats.org/officeDocument/2006/relationships/image" Target="../media/image684.png"/><Relationship Id="rId39" Type="http://schemas.openxmlformats.org/officeDocument/2006/relationships/image" Target="../media/image685.png"/><Relationship Id="rId40" Type="http://schemas.openxmlformats.org/officeDocument/2006/relationships/image" Target="../media/image686.png"/><Relationship Id="rId41" Type="http://schemas.openxmlformats.org/officeDocument/2006/relationships/image" Target="../media/image687.png"/><Relationship Id="rId42" Type="http://schemas.openxmlformats.org/officeDocument/2006/relationships/image" Target="../media/image688.png"/><Relationship Id="rId43" Type="http://schemas.openxmlformats.org/officeDocument/2006/relationships/image" Target="../media/image688.png"/><Relationship Id="rId44" Type="http://schemas.openxmlformats.org/officeDocument/2006/relationships/image" Target="../media/image687.png"/><Relationship Id="rId45" Type="http://schemas.openxmlformats.org/officeDocument/2006/relationships/image" Target="../media/image689.png"/><Relationship Id="rId46" Type="http://schemas.openxmlformats.org/officeDocument/2006/relationships/image" Target="../media/image690.png"/><Relationship Id="rId47" Type="http://schemas.openxmlformats.org/officeDocument/2006/relationships/image" Target="../media/image690.png"/><Relationship Id="rId48" Type="http://schemas.openxmlformats.org/officeDocument/2006/relationships/image" Target="../media/image690.png"/><Relationship Id="rId49" Type="http://schemas.openxmlformats.org/officeDocument/2006/relationships/image" Target="../media/image690.png"/><Relationship Id="rId50" Type="http://schemas.openxmlformats.org/officeDocument/2006/relationships/image" Target="../media/image690.png"/><Relationship Id="rId5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9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130;p25" descr="image.png"/>
          <p:cNvPicPr/>
          <p:nvPr/>
        </p:nvPicPr>
        <p:blipFill>
          <a:blip r:embed="rId2"/>
          <a:stretch/>
        </p:blipFill>
        <p:spPr>
          <a:xfrm>
            <a:off x="285840" y="2927520"/>
            <a:ext cx="4797360" cy="6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131;p25" descr="image.png"/>
          <p:cNvPicPr/>
          <p:nvPr/>
        </p:nvPicPr>
        <p:blipFill>
          <a:blip r:embed="rId3"/>
          <a:stretch/>
        </p:blipFill>
        <p:spPr>
          <a:xfrm>
            <a:off x="5442120" y="928800"/>
            <a:ext cx="3285720" cy="32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Google Shape;132;p25"/>
          <p:cNvSpPr/>
          <p:nvPr/>
        </p:nvSpPr>
        <p:spPr>
          <a:xfrm>
            <a:off x="285840" y="1887480"/>
            <a:ext cx="503712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0" lang="en" sz="32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DATA STRUCTURES </a:t>
            </a:r>
            <a:r>
              <a:rPr b="0" lang="en" sz="3200" strike="noStrike" u="none">
                <a:solidFill>
                  <a:srgbClr val="2563eb"/>
                </a:solidFill>
                <a:uFillTx/>
                <a:latin typeface="Plus Jakarta Sans ExtraBold"/>
                <a:ea typeface="Plus Jakarta Sans ExtraBold"/>
              </a:rPr>
              <a:t>IN PYTHON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" name="Google Shape;133;p25" descr=""/>
          <p:cNvPicPr/>
          <p:nvPr/>
        </p:nvPicPr>
        <p:blipFill>
          <a:blip r:embed="rId4"/>
          <a:stretch/>
        </p:blipFill>
        <p:spPr>
          <a:xfrm>
            <a:off x="5499360" y="985680"/>
            <a:ext cx="3171600" cy="31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134;p25"/>
          <p:cNvSpPr/>
          <p:nvPr/>
        </p:nvSpPr>
        <p:spPr>
          <a:xfrm>
            <a:off x="478800" y="3084480"/>
            <a:ext cx="90684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PRESENTATION BY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135;p25"/>
          <p:cNvSpPr/>
          <p:nvPr/>
        </p:nvSpPr>
        <p:spPr>
          <a:xfrm>
            <a:off x="478800" y="3259440"/>
            <a:ext cx="24919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LEVIATHAN 7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40;p2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oogle Shape;141;p26" descr="image.png"/>
          <p:cNvPicPr/>
          <p:nvPr/>
        </p:nvPicPr>
        <p:blipFill>
          <a:blip r:embed="rId2"/>
          <a:stretch/>
        </p:blipFill>
        <p:spPr>
          <a:xfrm>
            <a:off x="285840" y="70020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142;p26" descr="image.png"/>
          <p:cNvPicPr/>
          <p:nvPr/>
        </p:nvPicPr>
        <p:blipFill>
          <a:blip r:embed="rId3"/>
          <a:stretch/>
        </p:blipFill>
        <p:spPr>
          <a:xfrm>
            <a:off x="285840" y="117144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143;p26" descr="image.png"/>
          <p:cNvPicPr/>
          <p:nvPr/>
        </p:nvPicPr>
        <p:blipFill>
          <a:blip r:embed="rId4"/>
          <a:stretch/>
        </p:blipFill>
        <p:spPr>
          <a:xfrm>
            <a:off x="285840" y="164304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144;p26" descr="image.png"/>
          <p:cNvPicPr/>
          <p:nvPr/>
        </p:nvPicPr>
        <p:blipFill>
          <a:blip r:embed="rId5"/>
          <a:stretch/>
        </p:blipFill>
        <p:spPr>
          <a:xfrm>
            <a:off x="285840" y="211464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145;p26" descr="image.png"/>
          <p:cNvPicPr/>
          <p:nvPr/>
        </p:nvPicPr>
        <p:blipFill>
          <a:blip r:embed="rId6"/>
          <a:stretch/>
        </p:blipFill>
        <p:spPr>
          <a:xfrm>
            <a:off x="285840" y="258588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Google Shape;146;p26" descr="image.png"/>
          <p:cNvPicPr/>
          <p:nvPr/>
        </p:nvPicPr>
        <p:blipFill>
          <a:blip r:embed="rId7"/>
          <a:stretch/>
        </p:blipFill>
        <p:spPr>
          <a:xfrm>
            <a:off x="285840" y="305748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Google Shape;147;p26" descr="image.png"/>
          <p:cNvPicPr/>
          <p:nvPr/>
        </p:nvPicPr>
        <p:blipFill>
          <a:blip r:embed="rId8"/>
          <a:stretch/>
        </p:blipFill>
        <p:spPr>
          <a:xfrm>
            <a:off x="285840" y="3529080"/>
            <a:ext cx="857232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148;p26" descr="image.png"/>
          <p:cNvPicPr/>
          <p:nvPr/>
        </p:nvPicPr>
        <p:blipFill>
          <a:blip r:embed="rId9"/>
          <a:stretch/>
        </p:blipFill>
        <p:spPr>
          <a:xfrm>
            <a:off x="5950800" y="275040"/>
            <a:ext cx="2907000" cy="2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Google Shape;149;p26"/>
          <p:cNvSpPr/>
          <p:nvPr/>
        </p:nvSpPr>
        <p:spPr>
          <a:xfrm>
            <a:off x="285840" y="306000"/>
            <a:ext cx="16873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AGENDA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Google Shape;150;p26"/>
          <p:cNvSpPr/>
          <p:nvPr/>
        </p:nvSpPr>
        <p:spPr>
          <a:xfrm>
            <a:off x="890640" y="1309320"/>
            <a:ext cx="932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TUPLE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Google Shape;151;p26"/>
          <p:cNvSpPr/>
          <p:nvPr/>
        </p:nvSpPr>
        <p:spPr>
          <a:xfrm>
            <a:off x="890640" y="1780920"/>
            <a:ext cx="848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Google Shape;152;p26"/>
          <p:cNvSpPr/>
          <p:nvPr/>
        </p:nvSpPr>
        <p:spPr>
          <a:xfrm>
            <a:off x="870120" y="2211120"/>
            <a:ext cx="15382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DICTIONARIES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Google Shape;153;p26"/>
          <p:cNvSpPr/>
          <p:nvPr/>
        </p:nvSpPr>
        <p:spPr>
          <a:xfrm>
            <a:off x="870120" y="2682360"/>
            <a:ext cx="2364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METHODS &amp; OPERATIONS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Google Shape;154;p26"/>
          <p:cNvSpPr/>
          <p:nvPr/>
        </p:nvSpPr>
        <p:spPr>
          <a:xfrm>
            <a:off x="870120" y="3112560"/>
            <a:ext cx="2049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NESTED STRUCTURES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Google Shape;155;p26"/>
          <p:cNvSpPr/>
          <p:nvPr/>
        </p:nvSpPr>
        <p:spPr>
          <a:xfrm>
            <a:off x="870120" y="3682440"/>
            <a:ext cx="2555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ITERATION &amp; MANIPULATION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" name="Google Shape;156;p26" descr="image.png"/>
          <p:cNvPicPr/>
          <p:nvPr/>
        </p:nvPicPr>
        <p:blipFill>
          <a:blip r:embed="rId10"/>
          <a:stretch/>
        </p:blipFill>
        <p:spPr>
          <a:xfrm>
            <a:off x="457200" y="79668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Google Shape;157;p26"/>
          <p:cNvSpPr/>
          <p:nvPr/>
        </p:nvSpPr>
        <p:spPr>
          <a:xfrm>
            <a:off x="942840" y="810720"/>
            <a:ext cx="150552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" name="Google Shape;158;p26" descr="image.png"/>
          <p:cNvPicPr/>
          <p:nvPr/>
        </p:nvPicPr>
        <p:blipFill>
          <a:blip r:embed="rId11"/>
          <a:stretch/>
        </p:blipFill>
        <p:spPr>
          <a:xfrm>
            <a:off x="8093880" y="86076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159;p26"/>
          <p:cNvSpPr/>
          <p:nvPr/>
        </p:nvSpPr>
        <p:spPr>
          <a:xfrm>
            <a:off x="8229600" y="832320"/>
            <a:ext cx="528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Sanjay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" name="Google Shape;160;p26" descr="image.png"/>
          <p:cNvPicPr/>
          <p:nvPr/>
        </p:nvPicPr>
        <p:blipFill>
          <a:blip r:embed="rId12"/>
          <a:stretch/>
        </p:blipFill>
        <p:spPr>
          <a:xfrm>
            <a:off x="457200" y="126792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161;p26" descr="image.png"/>
          <p:cNvPicPr/>
          <p:nvPr/>
        </p:nvPicPr>
        <p:blipFill>
          <a:blip r:embed="rId13"/>
          <a:stretch/>
        </p:blipFill>
        <p:spPr>
          <a:xfrm>
            <a:off x="8065440" y="133236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Google Shape;162;p26"/>
          <p:cNvSpPr/>
          <p:nvPr/>
        </p:nvSpPr>
        <p:spPr>
          <a:xfrm>
            <a:off x="8201160" y="1303560"/>
            <a:ext cx="528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Vamshi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5" name="Google Shape;163;p26" descr="image.png"/>
          <p:cNvPicPr/>
          <p:nvPr/>
        </p:nvPicPr>
        <p:blipFill>
          <a:blip r:embed="rId14"/>
          <a:stretch/>
        </p:blipFill>
        <p:spPr>
          <a:xfrm>
            <a:off x="457200" y="173952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164;p26" descr="image.png"/>
          <p:cNvPicPr/>
          <p:nvPr/>
        </p:nvPicPr>
        <p:blipFill>
          <a:blip r:embed="rId15"/>
          <a:stretch/>
        </p:blipFill>
        <p:spPr>
          <a:xfrm>
            <a:off x="8093880" y="180396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Google Shape;165;p26"/>
          <p:cNvSpPr/>
          <p:nvPr/>
        </p:nvSpPr>
        <p:spPr>
          <a:xfrm>
            <a:off x="8229600" y="1775160"/>
            <a:ext cx="5004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Parves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" name="Google Shape;166;p26" descr="image.png"/>
          <p:cNvPicPr/>
          <p:nvPr/>
        </p:nvPicPr>
        <p:blipFill>
          <a:blip r:embed="rId16"/>
          <a:stretch/>
        </p:blipFill>
        <p:spPr>
          <a:xfrm>
            <a:off x="457200" y="221112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167;p26" descr="image.png"/>
          <p:cNvPicPr/>
          <p:nvPr/>
        </p:nvPicPr>
        <p:blipFill>
          <a:blip r:embed="rId17"/>
          <a:stretch/>
        </p:blipFill>
        <p:spPr>
          <a:xfrm>
            <a:off x="8015400" y="227520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Google Shape;168;p26"/>
          <p:cNvSpPr/>
          <p:nvPr/>
        </p:nvSpPr>
        <p:spPr>
          <a:xfrm>
            <a:off x="8151120" y="2246760"/>
            <a:ext cx="449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Monesh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" name="Google Shape;169;p26" descr="image.png"/>
          <p:cNvPicPr/>
          <p:nvPr/>
        </p:nvPicPr>
        <p:blipFill>
          <a:blip r:embed="rId18"/>
          <a:stretch/>
        </p:blipFill>
        <p:spPr>
          <a:xfrm>
            <a:off x="457200" y="268236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170;p26" descr="image.png"/>
          <p:cNvPicPr/>
          <p:nvPr/>
        </p:nvPicPr>
        <p:blipFill>
          <a:blip r:embed="rId19"/>
          <a:stretch/>
        </p:blipFill>
        <p:spPr>
          <a:xfrm>
            <a:off x="8244000" y="274680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Google Shape;171;p26"/>
          <p:cNvSpPr/>
          <p:nvPr/>
        </p:nvSpPr>
        <p:spPr>
          <a:xfrm>
            <a:off x="8379720" y="2718360"/>
            <a:ext cx="2210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Teja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4" name="Google Shape;172;p26" descr="image.png"/>
          <p:cNvPicPr/>
          <p:nvPr/>
        </p:nvPicPr>
        <p:blipFill>
          <a:blip r:embed="rId20"/>
          <a:stretch/>
        </p:blipFill>
        <p:spPr>
          <a:xfrm>
            <a:off x="457200" y="315396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73;p26" descr="image.png"/>
          <p:cNvPicPr/>
          <p:nvPr/>
        </p:nvPicPr>
        <p:blipFill>
          <a:blip r:embed="rId21"/>
          <a:stretch/>
        </p:blipFill>
        <p:spPr>
          <a:xfrm>
            <a:off x="8158320" y="321840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Google Shape;174;p26"/>
          <p:cNvSpPr/>
          <p:nvPr/>
        </p:nvSpPr>
        <p:spPr>
          <a:xfrm>
            <a:off x="8294040" y="3189600"/>
            <a:ext cx="449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Malar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7" name="Google Shape;175;p26" descr="image.png"/>
          <p:cNvPicPr/>
          <p:nvPr/>
        </p:nvPicPr>
        <p:blipFill>
          <a:blip r:embed="rId22"/>
          <a:stretch/>
        </p:blipFill>
        <p:spPr>
          <a:xfrm>
            <a:off x="457200" y="3625560"/>
            <a:ext cx="3427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oogle Shape;176;p26" descr="image.png"/>
          <p:cNvPicPr/>
          <p:nvPr/>
        </p:nvPicPr>
        <p:blipFill>
          <a:blip r:embed="rId23"/>
          <a:stretch/>
        </p:blipFill>
        <p:spPr>
          <a:xfrm>
            <a:off x="8001000" y="3689640"/>
            <a:ext cx="78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Google Shape;177;p26"/>
          <p:cNvSpPr/>
          <p:nvPr/>
        </p:nvSpPr>
        <p:spPr>
          <a:xfrm>
            <a:off x="8136720" y="3661200"/>
            <a:ext cx="4640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293b"/>
                </a:solidFill>
                <a:uFillTx/>
                <a:latin typeface="Plus Jakarta Sans ExtraBold"/>
                <a:ea typeface="Plus Jakarta Sans ExtraBold"/>
              </a:rPr>
              <a:t>Asmitha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82;p2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83;p27" descr="image.png"/>
          <p:cNvPicPr/>
          <p:nvPr/>
        </p:nvPicPr>
        <p:blipFill>
          <a:blip r:embed="rId2"/>
          <a:stretch/>
        </p:blipFill>
        <p:spPr>
          <a:xfrm>
            <a:off x="285840" y="3900600"/>
            <a:ext cx="8572320" cy="10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184;p27" descr="image.png"/>
          <p:cNvPicPr/>
          <p:nvPr/>
        </p:nvPicPr>
        <p:blipFill>
          <a:blip r:embed="rId3"/>
          <a:stretch/>
        </p:blipFill>
        <p:spPr>
          <a:xfrm>
            <a:off x="285840" y="757080"/>
            <a:ext cx="4682880" cy="275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85;p27" descr="image.png"/>
          <p:cNvPicPr/>
          <p:nvPr/>
        </p:nvPicPr>
        <p:blipFill>
          <a:blip r:embed="rId4"/>
          <a:stretch/>
        </p:blipFill>
        <p:spPr>
          <a:xfrm>
            <a:off x="435600" y="1510920"/>
            <a:ext cx="4382640" cy="102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oogle Shape;186;p27" descr="image.png"/>
          <p:cNvPicPr/>
          <p:nvPr/>
        </p:nvPicPr>
        <p:blipFill>
          <a:blip r:embed="rId5"/>
          <a:stretch/>
        </p:blipFill>
        <p:spPr>
          <a:xfrm>
            <a:off x="435600" y="2928960"/>
            <a:ext cx="438264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187;p27" descr="image.png"/>
          <p:cNvPicPr/>
          <p:nvPr/>
        </p:nvPicPr>
        <p:blipFill>
          <a:blip r:embed="rId6"/>
          <a:stretch/>
        </p:blipFill>
        <p:spPr>
          <a:xfrm>
            <a:off x="435600" y="4350600"/>
            <a:ext cx="240084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188;p27" descr="image.png"/>
          <p:cNvPicPr/>
          <p:nvPr/>
        </p:nvPicPr>
        <p:blipFill>
          <a:blip r:embed="rId7"/>
          <a:stretch/>
        </p:blipFill>
        <p:spPr>
          <a:xfrm>
            <a:off x="2951280" y="4350600"/>
            <a:ext cx="240084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189;p27" descr="image.png"/>
          <p:cNvPicPr/>
          <p:nvPr/>
        </p:nvPicPr>
        <p:blipFill>
          <a:blip r:embed="rId8"/>
          <a:stretch/>
        </p:blipFill>
        <p:spPr>
          <a:xfrm>
            <a:off x="5466600" y="4350600"/>
            <a:ext cx="324108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190;p27" descr="image.png"/>
          <p:cNvPicPr/>
          <p:nvPr/>
        </p:nvPicPr>
        <p:blipFill>
          <a:blip r:embed="rId9"/>
          <a:stretch/>
        </p:blipFill>
        <p:spPr>
          <a:xfrm>
            <a:off x="1164600" y="1632240"/>
            <a:ext cx="8290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191;p27" descr="image.png"/>
          <p:cNvPicPr/>
          <p:nvPr/>
        </p:nvPicPr>
        <p:blipFill>
          <a:blip r:embed="rId10"/>
          <a:stretch/>
        </p:blipFill>
        <p:spPr>
          <a:xfrm>
            <a:off x="2065320" y="1632240"/>
            <a:ext cx="82944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92;p27" descr="image.png"/>
          <p:cNvPicPr/>
          <p:nvPr/>
        </p:nvPicPr>
        <p:blipFill>
          <a:blip r:embed="rId11"/>
          <a:stretch/>
        </p:blipFill>
        <p:spPr>
          <a:xfrm>
            <a:off x="2966400" y="1632240"/>
            <a:ext cx="82944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Google Shape;193;p27" descr="image.png"/>
          <p:cNvPicPr/>
          <p:nvPr/>
        </p:nvPicPr>
        <p:blipFill>
          <a:blip r:embed="rId12"/>
          <a:stretch/>
        </p:blipFill>
        <p:spPr>
          <a:xfrm>
            <a:off x="3867840" y="1632240"/>
            <a:ext cx="82944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194;p27" descr="image.png"/>
          <p:cNvPicPr/>
          <p:nvPr/>
        </p:nvPicPr>
        <p:blipFill>
          <a:blip r:embed="rId13"/>
          <a:stretch/>
        </p:blipFill>
        <p:spPr>
          <a:xfrm>
            <a:off x="1164600" y="2103840"/>
            <a:ext cx="82908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195;p27" descr="image.png"/>
          <p:cNvPicPr/>
          <p:nvPr/>
        </p:nvPicPr>
        <p:blipFill>
          <a:blip r:embed="rId14"/>
          <a:stretch/>
        </p:blipFill>
        <p:spPr>
          <a:xfrm>
            <a:off x="2065320" y="2103840"/>
            <a:ext cx="82944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oogle Shape;196;p27" descr="image.png"/>
          <p:cNvPicPr/>
          <p:nvPr/>
        </p:nvPicPr>
        <p:blipFill>
          <a:blip r:embed="rId15"/>
          <a:stretch/>
        </p:blipFill>
        <p:spPr>
          <a:xfrm>
            <a:off x="2966400" y="2103840"/>
            <a:ext cx="82944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197;p27" descr="image.png"/>
          <p:cNvPicPr/>
          <p:nvPr/>
        </p:nvPicPr>
        <p:blipFill>
          <a:blip r:embed="rId16"/>
          <a:stretch/>
        </p:blipFill>
        <p:spPr>
          <a:xfrm>
            <a:off x="3867840" y="2103840"/>
            <a:ext cx="82944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198;p27" descr="image.png"/>
          <p:cNvPicPr/>
          <p:nvPr/>
        </p:nvPicPr>
        <p:blipFill>
          <a:blip r:embed="rId17"/>
          <a:stretch/>
        </p:blipFill>
        <p:spPr>
          <a:xfrm>
            <a:off x="7022160" y="278640"/>
            <a:ext cx="18356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199;p27"/>
          <p:cNvSpPr/>
          <p:nvPr/>
        </p:nvSpPr>
        <p:spPr>
          <a:xfrm>
            <a:off x="285840" y="335160"/>
            <a:ext cx="2152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LISTS IN PYTHON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Google Shape;200;p27"/>
          <p:cNvSpPr/>
          <p:nvPr/>
        </p:nvSpPr>
        <p:spPr>
          <a:xfrm>
            <a:off x="628560" y="3996360"/>
            <a:ext cx="807912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HOW A LIST IS CREATED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Google Shape;201;p27"/>
          <p:cNvSpPr/>
          <p:nvPr/>
        </p:nvSpPr>
        <p:spPr>
          <a:xfrm>
            <a:off x="721800" y="941400"/>
            <a:ext cx="29538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List Memory Layout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0" name="Google Shape;202;p27" descr="image.png"/>
          <p:cNvPicPr/>
          <p:nvPr/>
        </p:nvPicPr>
        <p:blipFill>
          <a:blip r:embed="rId18"/>
          <a:stretch/>
        </p:blipFill>
        <p:spPr>
          <a:xfrm>
            <a:off x="5111640" y="757080"/>
            <a:ext cx="374616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203;p27" descr="image.png"/>
          <p:cNvPicPr/>
          <p:nvPr/>
        </p:nvPicPr>
        <p:blipFill>
          <a:blip r:embed="rId19"/>
          <a:stretch/>
        </p:blipFill>
        <p:spPr>
          <a:xfrm>
            <a:off x="5111640" y="1462680"/>
            <a:ext cx="374616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204;p27" descr="image.png"/>
          <p:cNvPicPr/>
          <p:nvPr/>
        </p:nvPicPr>
        <p:blipFill>
          <a:blip r:embed="rId20"/>
          <a:stretch/>
        </p:blipFill>
        <p:spPr>
          <a:xfrm>
            <a:off x="5111640" y="2168280"/>
            <a:ext cx="374616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205;p27" descr="image.png"/>
          <p:cNvPicPr/>
          <p:nvPr/>
        </p:nvPicPr>
        <p:blipFill>
          <a:blip r:embed="rId21"/>
          <a:stretch/>
        </p:blipFill>
        <p:spPr>
          <a:xfrm>
            <a:off x="5111640" y="2873520"/>
            <a:ext cx="374616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206;p27" descr="image.png"/>
          <p:cNvPicPr/>
          <p:nvPr/>
        </p:nvPicPr>
        <p:blipFill>
          <a:blip r:embed="rId22"/>
          <a:stretch/>
        </p:blipFill>
        <p:spPr>
          <a:xfrm>
            <a:off x="435600" y="4007520"/>
            <a:ext cx="13536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207;p27" descr="image.png"/>
          <p:cNvPicPr/>
          <p:nvPr/>
        </p:nvPicPr>
        <p:blipFill>
          <a:blip r:embed="rId23"/>
          <a:stretch/>
        </p:blipFill>
        <p:spPr>
          <a:xfrm>
            <a:off x="1487160" y="1188360"/>
            <a:ext cx="1985760" cy="2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208;p27"/>
          <p:cNvSpPr/>
          <p:nvPr/>
        </p:nvSpPr>
        <p:spPr>
          <a:xfrm>
            <a:off x="557280" y="3074040"/>
            <a:ext cx="18068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Access by Index: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numbers[2]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Google Shape;209;p27"/>
          <p:cNvSpPr/>
          <p:nvPr/>
        </p:nvSpPr>
        <p:spPr>
          <a:xfrm>
            <a:off x="5433120" y="858600"/>
            <a:ext cx="3303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ORDERED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Google Shape;210;p27"/>
          <p:cNvSpPr/>
          <p:nvPr/>
        </p:nvSpPr>
        <p:spPr>
          <a:xfrm>
            <a:off x="5254560" y="1009440"/>
            <a:ext cx="34819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Elements maintain their insertion order and can be accessed by zero-based index.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Google Shape;211;p27"/>
          <p:cNvSpPr/>
          <p:nvPr/>
        </p:nvSpPr>
        <p:spPr>
          <a:xfrm>
            <a:off x="5425920" y="1564200"/>
            <a:ext cx="3310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MUTABLE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212;p27"/>
          <p:cNvSpPr/>
          <p:nvPr/>
        </p:nvSpPr>
        <p:spPr>
          <a:xfrm>
            <a:off x="5254560" y="1715040"/>
            <a:ext cx="34819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 list can be changed after creation: elements can be added, removed, or replaced.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Google Shape;213;p27"/>
          <p:cNvSpPr/>
          <p:nvPr/>
        </p:nvSpPr>
        <p:spPr>
          <a:xfrm>
            <a:off x="5425920" y="2339640"/>
            <a:ext cx="3310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DUPLICATES ALLOWED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Google Shape;214;p27"/>
          <p:cNvSpPr/>
          <p:nvPr/>
        </p:nvSpPr>
        <p:spPr>
          <a:xfrm>
            <a:off x="5254560" y="2490120"/>
            <a:ext cx="3481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Repeated values are allowed and stored as distinct indexed items.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Google Shape;215;p27"/>
          <p:cNvSpPr/>
          <p:nvPr/>
        </p:nvSpPr>
        <p:spPr>
          <a:xfrm>
            <a:off x="5433120" y="2975040"/>
            <a:ext cx="3303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HETEROGENEOUS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Google Shape;216;p27"/>
          <p:cNvSpPr/>
          <p:nvPr/>
        </p:nvSpPr>
        <p:spPr>
          <a:xfrm>
            <a:off x="5254560" y="3125880"/>
            <a:ext cx="34819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 single list can store different data types (strings, integers, floats, booleans).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Google Shape;217;p27"/>
          <p:cNvSpPr/>
          <p:nvPr/>
        </p:nvSpPr>
        <p:spPr>
          <a:xfrm>
            <a:off x="542880" y="4414680"/>
            <a:ext cx="21862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1. BASIC SYNTAX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Google Shape;218;p27"/>
          <p:cNvSpPr/>
          <p:nvPr/>
        </p:nvSpPr>
        <p:spPr>
          <a:xfrm>
            <a:off x="3058200" y="4414680"/>
            <a:ext cx="218664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2. EMPTY LIST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219;p27"/>
          <p:cNvSpPr/>
          <p:nvPr/>
        </p:nvSpPr>
        <p:spPr>
          <a:xfrm>
            <a:off x="5573880" y="4414680"/>
            <a:ext cx="30268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3. LIST() CONSTRUCTOR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220;p27"/>
          <p:cNvSpPr/>
          <p:nvPr/>
        </p:nvSpPr>
        <p:spPr>
          <a:xfrm>
            <a:off x="5573880" y="4584600"/>
            <a:ext cx="30268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list((1, 2, 3))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9" name="Google Shape;221;p27" descr="image.png"/>
          <p:cNvPicPr/>
          <p:nvPr/>
        </p:nvPicPr>
        <p:blipFill>
          <a:blip r:embed="rId24"/>
          <a:stretch/>
        </p:blipFill>
        <p:spPr>
          <a:xfrm>
            <a:off x="435600" y="968040"/>
            <a:ext cx="11268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222;p27"/>
          <p:cNvSpPr/>
          <p:nvPr/>
        </p:nvSpPr>
        <p:spPr>
          <a:xfrm>
            <a:off x="557280" y="1700280"/>
            <a:ext cx="535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INDEX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Google Shape;223;p27"/>
          <p:cNvSpPr/>
          <p:nvPr/>
        </p:nvSpPr>
        <p:spPr>
          <a:xfrm>
            <a:off x="557280" y="2200320"/>
            <a:ext cx="535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VALUE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" name="Google Shape;224;p27" descr="image.png"/>
          <p:cNvPicPr/>
          <p:nvPr/>
        </p:nvPicPr>
        <p:blipFill>
          <a:blip r:embed="rId25"/>
          <a:stretch/>
        </p:blipFill>
        <p:spPr>
          <a:xfrm>
            <a:off x="4154400" y="3086280"/>
            <a:ext cx="997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225;p27"/>
          <p:cNvSpPr/>
          <p:nvPr/>
        </p:nvSpPr>
        <p:spPr>
          <a:xfrm>
            <a:off x="4311720" y="3066480"/>
            <a:ext cx="385560" cy="15336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30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4" name="Google Shape;226;p27" descr="image.png"/>
          <p:cNvPicPr/>
          <p:nvPr/>
        </p:nvPicPr>
        <p:blipFill>
          <a:blip r:embed="rId26"/>
          <a:stretch/>
        </p:blipFill>
        <p:spPr>
          <a:xfrm>
            <a:off x="5254560" y="871920"/>
            <a:ext cx="120960" cy="11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227;p27" descr="image.png"/>
          <p:cNvPicPr/>
          <p:nvPr/>
        </p:nvPicPr>
        <p:blipFill>
          <a:blip r:embed="rId27"/>
          <a:stretch/>
        </p:blipFill>
        <p:spPr>
          <a:xfrm>
            <a:off x="5254560" y="1577520"/>
            <a:ext cx="114120" cy="11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228;p27" descr="image.png"/>
          <p:cNvPicPr/>
          <p:nvPr/>
        </p:nvPicPr>
        <p:blipFill>
          <a:blip r:embed="rId28"/>
          <a:stretch/>
        </p:blipFill>
        <p:spPr>
          <a:xfrm>
            <a:off x="5254560" y="2352600"/>
            <a:ext cx="114120" cy="11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Google Shape;229;p27" descr="image.png"/>
          <p:cNvPicPr/>
          <p:nvPr/>
        </p:nvPicPr>
        <p:blipFill>
          <a:blip r:embed="rId29"/>
          <a:stretch/>
        </p:blipFill>
        <p:spPr>
          <a:xfrm>
            <a:off x="5254560" y="2988360"/>
            <a:ext cx="120960" cy="11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230;p27" descr="image.png"/>
          <p:cNvPicPr/>
          <p:nvPr/>
        </p:nvPicPr>
        <p:blipFill>
          <a:blip r:embed="rId30"/>
          <a:stretch/>
        </p:blipFill>
        <p:spPr>
          <a:xfrm>
            <a:off x="7683120" y="4550400"/>
            <a:ext cx="91764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231;p27" descr="image.png"/>
          <p:cNvPicPr/>
          <p:nvPr/>
        </p:nvPicPr>
        <p:blipFill>
          <a:blip r:embed="rId31"/>
          <a:stretch/>
        </p:blipFill>
        <p:spPr>
          <a:xfrm>
            <a:off x="1540080" y="1946520"/>
            <a:ext cx="781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232;p27" descr="image.png"/>
          <p:cNvPicPr/>
          <p:nvPr/>
        </p:nvPicPr>
        <p:blipFill>
          <a:blip r:embed="rId32"/>
          <a:stretch/>
        </p:blipFill>
        <p:spPr>
          <a:xfrm>
            <a:off x="2440800" y="1946520"/>
            <a:ext cx="781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233;p27" descr="image.png"/>
          <p:cNvPicPr/>
          <p:nvPr/>
        </p:nvPicPr>
        <p:blipFill>
          <a:blip r:embed="rId33"/>
          <a:stretch/>
        </p:blipFill>
        <p:spPr>
          <a:xfrm>
            <a:off x="3341880" y="1946520"/>
            <a:ext cx="781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234;p27" descr="image.png"/>
          <p:cNvPicPr/>
          <p:nvPr/>
        </p:nvPicPr>
        <p:blipFill>
          <a:blip r:embed="rId34"/>
          <a:stretch/>
        </p:blipFill>
        <p:spPr>
          <a:xfrm>
            <a:off x="4243320" y="1946520"/>
            <a:ext cx="78120" cy="9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239;p2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240;p28" descr="image.png"/>
          <p:cNvPicPr/>
          <p:nvPr/>
        </p:nvPicPr>
        <p:blipFill>
          <a:blip r:embed="rId2"/>
          <a:stretch/>
        </p:blipFill>
        <p:spPr>
          <a:xfrm>
            <a:off x="285840" y="757080"/>
            <a:ext cx="4207320" cy="389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41;p28" descr="image.png"/>
          <p:cNvPicPr/>
          <p:nvPr/>
        </p:nvPicPr>
        <p:blipFill>
          <a:blip r:embed="rId3"/>
          <a:stretch/>
        </p:blipFill>
        <p:spPr>
          <a:xfrm>
            <a:off x="4650480" y="757080"/>
            <a:ext cx="4207320" cy="389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Google Shape;242;p28" descr="image.png"/>
          <p:cNvPicPr/>
          <p:nvPr/>
        </p:nvPicPr>
        <p:blipFill>
          <a:blip r:embed="rId4"/>
          <a:stretch/>
        </p:blipFill>
        <p:spPr>
          <a:xfrm>
            <a:off x="450000" y="1759680"/>
            <a:ext cx="3878640" cy="102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Google Shape;243;p28" descr="image.png"/>
          <p:cNvPicPr/>
          <p:nvPr/>
        </p:nvPicPr>
        <p:blipFill>
          <a:blip r:embed="rId5"/>
          <a:stretch/>
        </p:blipFill>
        <p:spPr>
          <a:xfrm>
            <a:off x="4815000" y="1595520"/>
            <a:ext cx="3878640" cy="13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244;p28" descr="image.png"/>
          <p:cNvPicPr/>
          <p:nvPr/>
        </p:nvPicPr>
        <p:blipFill>
          <a:blip r:embed="rId6"/>
          <a:stretch/>
        </p:blipFill>
        <p:spPr>
          <a:xfrm>
            <a:off x="4815000" y="3355200"/>
            <a:ext cx="3878640" cy="57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45;p28" descr="image.png"/>
          <p:cNvPicPr/>
          <p:nvPr/>
        </p:nvPicPr>
        <p:blipFill>
          <a:blip r:embed="rId7"/>
          <a:stretch/>
        </p:blipFill>
        <p:spPr>
          <a:xfrm>
            <a:off x="450000" y="3169440"/>
            <a:ext cx="1896480" cy="79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246;p28" descr="image.png"/>
          <p:cNvPicPr/>
          <p:nvPr/>
        </p:nvPicPr>
        <p:blipFill>
          <a:blip r:embed="rId8"/>
          <a:stretch/>
        </p:blipFill>
        <p:spPr>
          <a:xfrm>
            <a:off x="2432520" y="3169440"/>
            <a:ext cx="1896480" cy="79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47;p28" descr="image.png"/>
          <p:cNvPicPr/>
          <p:nvPr/>
        </p:nvPicPr>
        <p:blipFill>
          <a:blip r:embed="rId9"/>
          <a:stretch/>
        </p:blipFill>
        <p:spPr>
          <a:xfrm>
            <a:off x="4921920" y="2417040"/>
            <a:ext cx="366444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248;p28" descr="image.png"/>
          <p:cNvPicPr/>
          <p:nvPr/>
        </p:nvPicPr>
        <p:blipFill>
          <a:blip r:embed="rId10"/>
          <a:stretch/>
        </p:blipFill>
        <p:spPr>
          <a:xfrm>
            <a:off x="1150200" y="188100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Google Shape;249;p28" descr="image.png"/>
          <p:cNvPicPr/>
          <p:nvPr/>
        </p:nvPicPr>
        <p:blipFill>
          <a:blip r:embed="rId11"/>
          <a:stretch/>
        </p:blipFill>
        <p:spPr>
          <a:xfrm>
            <a:off x="1932480" y="188100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50;p28" descr="image.png"/>
          <p:cNvPicPr/>
          <p:nvPr/>
        </p:nvPicPr>
        <p:blipFill>
          <a:blip r:embed="rId12"/>
          <a:stretch/>
        </p:blipFill>
        <p:spPr>
          <a:xfrm>
            <a:off x="2714760" y="188100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51;p28" descr="image.png"/>
          <p:cNvPicPr/>
          <p:nvPr/>
        </p:nvPicPr>
        <p:blipFill>
          <a:blip r:embed="rId13"/>
          <a:stretch/>
        </p:blipFill>
        <p:spPr>
          <a:xfrm>
            <a:off x="3497040" y="188100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252;p28" descr="image.png"/>
          <p:cNvPicPr/>
          <p:nvPr/>
        </p:nvPicPr>
        <p:blipFill>
          <a:blip r:embed="rId14"/>
          <a:stretch/>
        </p:blipFill>
        <p:spPr>
          <a:xfrm>
            <a:off x="1150200" y="2138400"/>
            <a:ext cx="72468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oogle Shape;253;p28" descr="image.png"/>
          <p:cNvPicPr/>
          <p:nvPr/>
        </p:nvPicPr>
        <p:blipFill>
          <a:blip r:embed="rId15"/>
          <a:stretch/>
        </p:blipFill>
        <p:spPr>
          <a:xfrm>
            <a:off x="1932480" y="2138400"/>
            <a:ext cx="72468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254;p28" descr="image.png"/>
          <p:cNvPicPr/>
          <p:nvPr/>
        </p:nvPicPr>
        <p:blipFill>
          <a:blip r:embed="rId16"/>
          <a:stretch/>
        </p:blipFill>
        <p:spPr>
          <a:xfrm>
            <a:off x="2714760" y="2138400"/>
            <a:ext cx="72468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255;p28" descr="image.png"/>
          <p:cNvPicPr/>
          <p:nvPr/>
        </p:nvPicPr>
        <p:blipFill>
          <a:blip r:embed="rId17"/>
          <a:stretch/>
        </p:blipFill>
        <p:spPr>
          <a:xfrm>
            <a:off x="3497040" y="2138400"/>
            <a:ext cx="72468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56;p28" descr="image.png"/>
          <p:cNvPicPr/>
          <p:nvPr/>
        </p:nvPicPr>
        <p:blipFill>
          <a:blip r:embed="rId18"/>
          <a:stretch/>
        </p:blipFill>
        <p:spPr>
          <a:xfrm>
            <a:off x="1150200" y="245988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257;p28" descr="image.png"/>
          <p:cNvPicPr/>
          <p:nvPr/>
        </p:nvPicPr>
        <p:blipFill>
          <a:blip r:embed="rId19"/>
          <a:stretch/>
        </p:blipFill>
        <p:spPr>
          <a:xfrm>
            <a:off x="1932480" y="245988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258;p28" descr="image.png"/>
          <p:cNvPicPr/>
          <p:nvPr/>
        </p:nvPicPr>
        <p:blipFill>
          <a:blip r:embed="rId20"/>
          <a:stretch/>
        </p:blipFill>
        <p:spPr>
          <a:xfrm>
            <a:off x="2714760" y="245988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59;p28" descr="image.png"/>
          <p:cNvPicPr/>
          <p:nvPr/>
        </p:nvPicPr>
        <p:blipFill>
          <a:blip r:embed="rId21"/>
          <a:stretch/>
        </p:blipFill>
        <p:spPr>
          <a:xfrm>
            <a:off x="3497040" y="2459880"/>
            <a:ext cx="724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60;p28" descr="image.png"/>
          <p:cNvPicPr/>
          <p:nvPr/>
        </p:nvPicPr>
        <p:blipFill>
          <a:blip r:embed="rId22"/>
          <a:stretch/>
        </p:blipFill>
        <p:spPr>
          <a:xfrm>
            <a:off x="5389920" y="2002680"/>
            <a:ext cx="4996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61;p28" descr="image.png"/>
          <p:cNvPicPr/>
          <p:nvPr/>
        </p:nvPicPr>
        <p:blipFill>
          <a:blip r:embed="rId23"/>
          <a:stretch/>
        </p:blipFill>
        <p:spPr>
          <a:xfrm>
            <a:off x="5947200" y="2002680"/>
            <a:ext cx="4996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62;p28" descr="image.png"/>
          <p:cNvPicPr/>
          <p:nvPr/>
        </p:nvPicPr>
        <p:blipFill>
          <a:blip r:embed="rId24"/>
          <a:stretch/>
        </p:blipFill>
        <p:spPr>
          <a:xfrm>
            <a:off x="6504480" y="2002680"/>
            <a:ext cx="4996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63;p28" descr="image.png"/>
          <p:cNvPicPr/>
          <p:nvPr/>
        </p:nvPicPr>
        <p:blipFill>
          <a:blip r:embed="rId25"/>
          <a:stretch/>
        </p:blipFill>
        <p:spPr>
          <a:xfrm>
            <a:off x="7061760" y="2002680"/>
            <a:ext cx="4996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64;p28" descr="image.png"/>
          <p:cNvPicPr/>
          <p:nvPr/>
        </p:nvPicPr>
        <p:blipFill>
          <a:blip r:embed="rId26"/>
          <a:stretch/>
        </p:blipFill>
        <p:spPr>
          <a:xfrm>
            <a:off x="7618680" y="2002680"/>
            <a:ext cx="49968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Google Shape;265;p28"/>
          <p:cNvSpPr/>
          <p:nvPr/>
        </p:nvSpPr>
        <p:spPr>
          <a:xfrm>
            <a:off x="285840" y="335160"/>
            <a:ext cx="2385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INDEXING &amp; SLICING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Google Shape;266;p28"/>
          <p:cNvSpPr/>
          <p:nvPr/>
        </p:nvSpPr>
        <p:spPr>
          <a:xfrm>
            <a:off x="632160" y="1030680"/>
            <a:ext cx="28634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INDEXING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Google Shape;267;p28"/>
          <p:cNvSpPr/>
          <p:nvPr/>
        </p:nvSpPr>
        <p:spPr>
          <a:xfrm>
            <a:off x="450000" y="1364400"/>
            <a:ext cx="387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268;p28"/>
          <p:cNvSpPr/>
          <p:nvPr/>
        </p:nvSpPr>
        <p:spPr>
          <a:xfrm>
            <a:off x="450000" y="4350600"/>
            <a:ext cx="38786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Positive starts at </a:t>
            </a:r>
            <a:r>
              <a:rPr b="1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0</a:t>
            </a: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 (left-to-right); Negative starts at </a:t>
            </a:r>
            <a:r>
              <a:rPr b="1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-1</a:t>
            </a: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 (right-to-left).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Google Shape;269;p28"/>
          <p:cNvSpPr/>
          <p:nvPr/>
        </p:nvSpPr>
        <p:spPr>
          <a:xfrm>
            <a:off x="5057640" y="930960"/>
            <a:ext cx="2814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SLICING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270;p28"/>
          <p:cNvSpPr/>
          <p:nvPr/>
        </p:nvSpPr>
        <p:spPr>
          <a:xfrm>
            <a:off x="4815000" y="1171440"/>
            <a:ext cx="387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Google Shape;271;p28"/>
          <p:cNvSpPr/>
          <p:nvPr/>
        </p:nvSpPr>
        <p:spPr>
          <a:xfrm>
            <a:off x="4815000" y="4350600"/>
            <a:ext cx="38786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Slicing </a:t>
            </a:r>
            <a:r>
              <a:rPr b="1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always creates a new list</a:t>
            </a: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 containing the selected elements.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6" name="Google Shape;272;p28" descr="image.png"/>
          <p:cNvPicPr/>
          <p:nvPr/>
        </p:nvPicPr>
        <p:blipFill>
          <a:blip r:embed="rId27"/>
          <a:stretch/>
        </p:blipFill>
        <p:spPr>
          <a:xfrm>
            <a:off x="1358280" y="936000"/>
            <a:ext cx="286344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273;p28" descr="image.png"/>
          <p:cNvPicPr/>
          <p:nvPr/>
        </p:nvPicPr>
        <p:blipFill>
          <a:blip r:embed="rId28"/>
          <a:stretch/>
        </p:blipFill>
        <p:spPr>
          <a:xfrm>
            <a:off x="525240" y="437904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274;p28" descr="image.png"/>
          <p:cNvPicPr/>
          <p:nvPr/>
        </p:nvPicPr>
        <p:blipFill>
          <a:blip r:embed="rId29"/>
          <a:stretch/>
        </p:blipFill>
        <p:spPr>
          <a:xfrm>
            <a:off x="5815080" y="903960"/>
            <a:ext cx="205704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Google Shape;275;p28"/>
          <p:cNvSpPr/>
          <p:nvPr/>
        </p:nvSpPr>
        <p:spPr>
          <a:xfrm>
            <a:off x="4921920" y="1747440"/>
            <a:ext cx="36644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numbers[1:4]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0" name="Google Shape;276;p28" descr="image.png"/>
          <p:cNvPicPr/>
          <p:nvPr/>
        </p:nvPicPr>
        <p:blipFill>
          <a:blip r:embed="rId30"/>
          <a:stretch/>
        </p:blipFill>
        <p:spPr>
          <a:xfrm>
            <a:off x="6786720" y="3533760"/>
            <a:ext cx="178560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277;p28" descr="image.png"/>
          <p:cNvPicPr/>
          <p:nvPr/>
        </p:nvPicPr>
        <p:blipFill>
          <a:blip r:embed="rId31"/>
          <a:stretch/>
        </p:blipFill>
        <p:spPr>
          <a:xfrm>
            <a:off x="4950720" y="437904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278;p28" descr="image.png"/>
          <p:cNvPicPr/>
          <p:nvPr/>
        </p:nvPicPr>
        <p:blipFill>
          <a:blip r:embed="rId32"/>
          <a:stretch/>
        </p:blipFill>
        <p:spPr>
          <a:xfrm>
            <a:off x="450000" y="1025280"/>
            <a:ext cx="114120" cy="14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Google Shape;279;p28"/>
          <p:cNvSpPr/>
          <p:nvPr/>
        </p:nvSpPr>
        <p:spPr>
          <a:xfrm>
            <a:off x="557280" y="1920600"/>
            <a:ext cx="535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+ INDEX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Google Shape;280;p28"/>
          <p:cNvSpPr/>
          <p:nvPr/>
        </p:nvSpPr>
        <p:spPr>
          <a:xfrm>
            <a:off x="557280" y="2209680"/>
            <a:ext cx="535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VALUE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Google Shape;281;p28"/>
          <p:cNvSpPr/>
          <p:nvPr/>
        </p:nvSpPr>
        <p:spPr>
          <a:xfrm>
            <a:off x="557280" y="2499120"/>
            <a:ext cx="535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b91c1c"/>
                </a:solidFill>
                <a:uFillTx/>
                <a:latin typeface="Plus Jakarta Sans ExtraBold"/>
                <a:ea typeface="Plus Jakarta Sans ExtraBold"/>
              </a:rPr>
              <a:t>- INDEX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Google Shape;282;p28"/>
          <p:cNvSpPr/>
          <p:nvPr/>
        </p:nvSpPr>
        <p:spPr>
          <a:xfrm>
            <a:off x="1048320" y="3247920"/>
            <a:ext cx="6998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FIRST ELEMENT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7" name="Google Shape;283;p28" descr="image.png"/>
          <p:cNvPicPr/>
          <p:nvPr/>
        </p:nvPicPr>
        <p:blipFill>
          <a:blip r:embed="rId33"/>
          <a:stretch/>
        </p:blipFill>
        <p:spPr>
          <a:xfrm>
            <a:off x="969840" y="3662280"/>
            <a:ext cx="85680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Google Shape;284;p28"/>
          <p:cNvSpPr/>
          <p:nvPr/>
        </p:nvSpPr>
        <p:spPr>
          <a:xfrm>
            <a:off x="3044880" y="3247920"/>
            <a:ext cx="671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LAST ELEMENT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9" name="Google Shape;285;p28" descr="image.png"/>
          <p:cNvPicPr/>
          <p:nvPr/>
        </p:nvPicPr>
        <p:blipFill>
          <a:blip r:embed="rId34"/>
          <a:stretch/>
        </p:blipFill>
        <p:spPr>
          <a:xfrm>
            <a:off x="2952000" y="3662280"/>
            <a:ext cx="85680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286;p28" descr="image.png"/>
          <p:cNvPicPr/>
          <p:nvPr/>
        </p:nvPicPr>
        <p:blipFill>
          <a:blip r:embed="rId35"/>
          <a:stretch/>
        </p:blipFill>
        <p:spPr>
          <a:xfrm>
            <a:off x="4815000" y="928800"/>
            <a:ext cx="14976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287;p28" descr="image.png"/>
          <p:cNvPicPr/>
          <p:nvPr/>
        </p:nvPicPr>
        <p:blipFill>
          <a:blip r:embed="rId36"/>
          <a:stretch/>
        </p:blipFill>
        <p:spPr>
          <a:xfrm>
            <a:off x="7365240" y="1702440"/>
            <a:ext cx="122112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88;p28"/>
          <p:cNvSpPr/>
          <p:nvPr/>
        </p:nvSpPr>
        <p:spPr>
          <a:xfrm>
            <a:off x="5029200" y="2502720"/>
            <a:ext cx="11682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2563eb"/>
                </a:solidFill>
                <a:uFillTx/>
                <a:latin typeface="JetBrains Mono ExtraBold"/>
                <a:ea typeface="JetBrains Mono ExtraBold"/>
              </a:rPr>
              <a:t>[START : STOP : STEP]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Google Shape;289;p28"/>
          <p:cNvSpPr/>
          <p:nvPr/>
        </p:nvSpPr>
        <p:spPr>
          <a:xfrm>
            <a:off x="6240600" y="2481120"/>
            <a:ext cx="942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1e40af"/>
                </a:solidFill>
                <a:uFillTx/>
                <a:latin typeface="JetBrains Mono"/>
                <a:ea typeface="JetBrains Mono"/>
              </a:rPr>
              <a:t>START: </a:t>
            </a:r>
            <a:r>
              <a:rPr b="0" lang="en" sz="800" strike="noStrike" u="none">
                <a:solidFill>
                  <a:srgbClr val="1e40af"/>
                </a:solidFill>
                <a:uFillTx/>
                <a:latin typeface="JetBrains Mono ExtraBold"/>
                <a:ea typeface="JetBrains Mono ExtraBold"/>
              </a:rPr>
              <a:t>1</a:t>
            </a:r>
            <a:r>
              <a:rPr b="1" lang="en" sz="800" strike="noStrike" u="none">
                <a:solidFill>
                  <a:srgbClr val="1e40af"/>
                </a:solidFill>
                <a:uFillTx/>
                <a:latin typeface="JetBrains Mono"/>
                <a:ea typeface="JetBrains Mono"/>
              </a:rPr>
              <a:t> (incl.)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Google Shape;290;p28"/>
          <p:cNvSpPr/>
          <p:nvPr/>
        </p:nvSpPr>
        <p:spPr>
          <a:xfrm>
            <a:off x="7183440" y="2481120"/>
            <a:ext cx="8834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1e40af"/>
                </a:solidFill>
                <a:uFillTx/>
                <a:latin typeface="JetBrains Mono"/>
                <a:ea typeface="JetBrains Mono"/>
              </a:rPr>
              <a:t>STOP: </a:t>
            </a:r>
            <a:r>
              <a:rPr b="0" lang="en" sz="800" strike="noStrike" u="none">
                <a:solidFill>
                  <a:srgbClr val="1e40af"/>
                </a:solidFill>
                <a:uFillTx/>
                <a:latin typeface="JetBrains Mono ExtraBold"/>
                <a:ea typeface="JetBrains Mono ExtraBold"/>
              </a:rPr>
              <a:t>4</a:t>
            </a:r>
            <a:r>
              <a:rPr b="1" lang="en" sz="800" strike="noStrike" u="none">
                <a:solidFill>
                  <a:srgbClr val="1e40af"/>
                </a:solidFill>
                <a:uFillTx/>
                <a:latin typeface="JetBrains Mono"/>
                <a:ea typeface="JetBrains Mono"/>
              </a:rPr>
              <a:t> (excl.)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Google Shape;291;p28"/>
          <p:cNvSpPr/>
          <p:nvPr/>
        </p:nvSpPr>
        <p:spPr>
          <a:xfrm>
            <a:off x="8067240" y="2481120"/>
            <a:ext cx="412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1e40af"/>
                </a:solidFill>
                <a:uFillTx/>
                <a:latin typeface="JetBrains Mono"/>
                <a:ea typeface="JetBrains Mono"/>
              </a:rPr>
              <a:t>STEP: </a:t>
            </a:r>
            <a:r>
              <a:rPr b="0" lang="en" sz="800" strike="noStrike" u="none">
                <a:solidFill>
                  <a:srgbClr val="1e40af"/>
                </a:solidFill>
                <a:uFillTx/>
                <a:latin typeface="JetBrains Mono ExtraBold"/>
                <a:ea typeface="JetBrains Mono ExtraBold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292;p28"/>
          <p:cNvSpPr/>
          <p:nvPr/>
        </p:nvSpPr>
        <p:spPr>
          <a:xfrm>
            <a:off x="4936320" y="3476520"/>
            <a:ext cx="8784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REVERSAL SLICING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293;p28"/>
          <p:cNvSpPr/>
          <p:nvPr/>
        </p:nvSpPr>
        <p:spPr>
          <a:xfrm>
            <a:off x="4936320" y="3626640"/>
            <a:ext cx="10569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numbers[::-1]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298;p2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Google Shape;299;p29" descr="image.png"/>
          <p:cNvPicPr/>
          <p:nvPr/>
        </p:nvPicPr>
        <p:blipFill>
          <a:blip r:embed="rId2"/>
          <a:stretch/>
        </p:blipFill>
        <p:spPr>
          <a:xfrm>
            <a:off x="285840" y="757080"/>
            <a:ext cx="8572320" cy="82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oogle Shape;300;p29" descr="image.png"/>
          <p:cNvPicPr/>
          <p:nvPr/>
        </p:nvPicPr>
        <p:blipFill>
          <a:blip r:embed="rId3"/>
          <a:stretch/>
        </p:blipFill>
        <p:spPr>
          <a:xfrm>
            <a:off x="6693120" y="1039320"/>
            <a:ext cx="198576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Google Shape;301;p29" descr="image.png"/>
          <p:cNvPicPr/>
          <p:nvPr/>
        </p:nvPicPr>
        <p:blipFill>
          <a:blip r:embed="rId4"/>
          <a:stretch/>
        </p:blipFill>
        <p:spPr>
          <a:xfrm>
            <a:off x="285840" y="1693080"/>
            <a:ext cx="2781000" cy="155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Google Shape;302;p29" descr="image.png"/>
          <p:cNvPicPr/>
          <p:nvPr/>
        </p:nvPicPr>
        <p:blipFill>
          <a:blip r:embed="rId5"/>
          <a:stretch/>
        </p:blipFill>
        <p:spPr>
          <a:xfrm>
            <a:off x="3181320" y="1693080"/>
            <a:ext cx="2781000" cy="155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Google Shape;303;p29" descr="image.png"/>
          <p:cNvPicPr/>
          <p:nvPr/>
        </p:nvPicPr>
        <p:blipFill>
          <a:blip r:embed="rId6"/>
          <a:stretch/>
        </p:blipFill>
        <p:spPr>
          <a:xfrm>
            <a:off x="6076800" y="1693080"/>
            <a:ext cx="2781000" cy="155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Google Shape;304;p29" descr="image.png"/>
          <p:cNvPicPr/>
          <p:nvPr/>
        </p:nvPicPr>
        <p:blipFill>
          <a:blip r:embed="rId7"/>
          <a:stretch/>
        </p:blipFill>
        <p:spPr>
          <a:xfrm>
            <a:off x="285840" y="3360960"/>
            <a:ext cx="2781000" cy="155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Google Shape;305;p29" descr="image.png"/>
          <p:cNvPicPr/>
          <p:nvPr/>
        </p:nvPicPr>
        <p:blipFill>
          <a:blip r:embed="rId8"/>
          <a:stretch/>
        </p:blipFill>
        <p:spPr>
          <a:xfrm>
            <a:off x="3181320" y="3360960"/>
            <a:ext cx="2781000" cy="155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oogle Shape;306;p29" descr="image.png"/>
          <p:cNvPicPr/>
          <p:nvPr/>
        </p:nvPicPr>
        <p:blipFill>
          <a:blip r:embed="rId9"/>
          <a:stretch/>
        </p:blipFill>
        <p:spPr>
          <a:xfrm>
            <a:off x="6076800" y="3360960"/>
            <a:ext cx="2781000" cy="155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oogle Shape;307;p29" descr="image.png"/>
          <p:cNvPicPr/>
          <p:nvPr/>
        </p:nvPicPr>
        <p:blipFill>
          <a:blip r:embed="rId10"/>
          <a:stretch/>
        </p:blipFill>
        <p:spPr>
          <a:xfrm>
            <a:off x="421560" y="2868120"/>
            <a:ext cx="250956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308;p29" descr="image.png"/>
          <p:cNvPicPr/>
          <p:nvPr/>
        </p:nvPicPr>
        <p:blipFill>
          <a:blip r:embed="rId11"/>
          <a:stretch/>
        </p:blipFill>
        <p:spPr>
          <a:xfrm>
            <a:off x="3317040" y="2868120"/>
            <a:ext cx="250956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309;p29" descr="image.png"/>
          <p:cNvPicPr/>
          <p:nvPr/>
        </p:nvPicPr>
        <p:blipFill>
          <a:blip r:embed="rId12"/>
          <a:stretch/>
        </p:blipFill>
        <p:spPr>
          <a:xfrm>
            <a:off x="6212520" y="2868120"/>
            <a:ext cx="250956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Google Shape;310;p29" descr="image.png"/>
          <p:cNvPicPr/>
          <p:nvPr/>
        </p:nvPicPr>
        <p:blipFill>
          <a:blip r:embed="rId13"/>
          <a:stretch/>
        </p:blipFill>
        <p:spPr>
          <a:xfrm>
            <a:off x="421560" y="4536360"/>
            <a:ext cx="250956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oogle Shape;311;p29" descr="image.png"/>
          <p:cNvPicPr/>
          <p:nvPr/>
        </p:nvPicPr>
        <p:blipFill>
          <a:blip r:embed="rId14"/>
          <a:stretch/>
        </p:blipFill>
        <p:spPr>
          <a:xfrm>
            <a:off x="3317040" y="4536360"/>
            <a:ext cx="250956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Google Shape;312;p29" descr="image.png"/>
          <p:cNvPicPr/>
          <p:nvPr/>
        </p:nvPicPr>
        <p:blipFill>
          <a:blip r:embed="rId15"/>
          <a:stretch/>
        </p:blipFill>
        <p:spPr>
          <a:xfrm>
            <a:off x="6212520" y="4536360"/>
            <a:ext cx="25095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Google Shape;313;p29"/>
          <p:cNvSpPr/>
          <p:nvPr/>
        </p:nvSpPr>
        <p:spPr>
          <a:xfrm>
            <a:off x="285840" y="335160"/>
            <a:ext cx="2272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LISTS CAN CHANGE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Google Shape;314;p29"/>
          <p:cNvSpPr/>
          <p:nvPr/>
        </p:nvSpPr>
        <p:spPr>
          <a:xfrm>
            <a:off x="464400" y="989280"/>
            <a:ext cx="1699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BEFORE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numbers = [10, 20, 30]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5" name="Google Shape;315;p29" descr="image.png"/>
          <p:cNvPicPr/>
          <p:nvPr/>
        </p:nvPicPr>
        <p:blipFill>
          <a:blip r:embed="rId16"/>
          <a:stretch/>
        </p:blipFill>
        <p:spPr>
          <a:xfrm>
            <a:off x="2544480" y="1082160"/>
            <a:ext cx="1497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316;p29"/>
          <p:cNvSpPr/>
          <p:nvPr/>
        </p:nvSpPr>
        <p:spPr>
          <a:xfrm>
            <a:off x="3074400" y="989280"/>
            <a:ext cx="127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2563eb"/>
                </a:solidFill>
                <a:uFillTx/>
                <a:latin typeface="Plus Jakarta Sans ExtraBold"/>
                <a:ea typeface="Plus Jakarta Sans ExtraBold"/>
              </a:rPr>
              <a:t>REASSIGN INDEX 1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numbers[1] = 200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7" name="Google Shape;317;p29" descr="image.png"/>
          <p:cNvPicPr/>
          <p:nvPr/>
        </p:nvPicPr>
        <p:blipFill>
          <a:blip r:embed="rId17"/>
          <a:stretch/>
        </p:blipFill>
        <p:spPr>
          <a:xfrm>
            <a:off x="4726080" y="1082160"/>
            <a:ext cx="1497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Google Shape;318;p29"/>
          <p:cNvSpPr/>
          <p:nvPr/>
        </p:nvSpPr>
        <p:spPr>
          <a:xfrm>
            <a:off x="5256000" y="989280"/>
            <a:ext cx="13179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59669"/>
                </a:solidFill>
                <a:uFillTx/>
                <a:latin typeface="Plus Jakarta Sans ExtraBold"/>
                <a:ea typeface="Plus Jakarta Sans ExtraBold"/>
              </a:rPr>
              <a:t>AFTER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0" lang="en" sz="9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[10, 200, 30]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Google Shape;319;p29"/>
          <p:cNvSpPr/>
          <p:nvPr/>
        </p:nvSpPr>
        <p:spPr>
          <a:xfrm>
            <a:off x="421560" y="1827000"/>
            <a:ext cx="2509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append(x)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Google Shape;320;p29"/>
          <p:cNvSpPr/>
          <p:nvPr/>
        </p:nvSpPr>
        <p:spPr>
          <a:xfrm>
            <a:off x="421560" y="2354760"/>
            <a:ext cx="250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Adds a single element to the end of the list.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Google Shape;321;p29"/>
          <p:cNvSpPr/>
          <p:nvPr/>
        </p:nvSpPr>
        <p:spPr>
          <a:xfrm>
            <a:off x="3317040" y="1827000"/>
            <a:ext cx="2509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insert(i, 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Google Shape;322;p29"/>
          <p:cNvSpPr/>
          <p:nvPr/>
        </p:nvSpPr>
        <p:spPr>
          <a:xfrm>
            <a:off x="3317040" y="2354760"/>
            <a:ext cx="250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Inserts element at the specified index position.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Google Shape;323;p29"/>
          <p:cNvSpPr/>
          <p:nvPr/>
        </p:nvSpPr>
        <p:spPr>
          <a:xfrm>
            <a:off x="6212520" y="1827000"/>
            <a:ext cx="2509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extend(iter)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Google Shape;324;p29"/>
          <p:cNvSpPr/>
          <p:nvPr/>
        </p:nvSpPr>
        <p:spPr>
          <a:xfrm>
            <a:off x="6212520" y="2354760"/>
            <a:ext cx="250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Appends all elements from an iterable to the end.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Google Shape;325;p29"/>
          <p:cNvSpPr/>
          <p:nvPr/>
        </p:nvSpPr>
        <p:spPr>
          <a:xfrm>
            <a:off x="421560" y="3495240"/>
            <a:ext cx="2509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remove(x)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Google Shape;326;p29"/>
          <p:cNvSpPr/>
          <p:nvPr/>
        </p:nvSpPr>
        <p:spPr>
          <a:xfrm>
            <a:off x="421560" y="4023000"/>
            <a:ext cx="250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Removes first matching occurrence of value.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Google Shape;327;p29"/>
          <p:cNvSpPr/>
          <p:nvPr/>
        </p:nvSpPr>
        <p:spPr>
          <a:xfrm>
            <a:off x="3317040" y="3495240"/>
            <a:ext cx="2509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pop([i])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328;p29"/>
          <p:cNvSpPr/>
          <p:nvPr/>
        </p:nvSpPr>
        <p:spPr>
          <a:xfrm>
            <a:off x="3317040" y="4023000"/>
            <a:ext cx="250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Removes and returns item at index (default: last).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Google Shape;329;p29"/>
          <p:cNvSpPr/>
          <p:nvPr/>
        </p:nvSpPr>
        <p:spPr>
          <a:xfrm>
            <a:off x="6212520" y="3495240"/>
            <a:ext cx="2509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clear()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Google Shape;330;p29"/>
          <p:cNvSpPr/>
          <p:nvPr/>
        </p:nvSpPr>
        <p:spPr>
          <a:xfrm>
            <a:off x="6212520" y="4023000"/>
            <a:ext cx="250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Empties the entire list of all its elements.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1" name="Google Shape;331;p29" descr="image.png"/>
          <p:cNvPicPr/>
          <p:nvPr/>
        </p:nvPicPr>
        <p:blipFill>
          <a:blip r:embed="rId18"/>
          <a:stretch/>
        </p:blipFill>
        <p:spPr>
          <a:xfrm>
            <a:off x="2638440" y="1825200"/>
            <a:ext cx="29268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oogle Shape;332;p29" descr="image.png"/>
          <p:cNvPicPr/>
          <p:nvPr/>
        </p:nvPicPr>
        <p:blipFill>
          <a:blip r:embed="rId19"/>
          <a:stretch/>
        </p:blipFill>
        <p:spPr>
          <a:xfrm>
            <a:off x="2188440" y="2918160"/>
            <a:ext cx="6570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Google Shape;333;p29" descr="image.png"/>
          <p:cNvPicPr/>
          <p:nvPr/>
        </p:nvPicPr>
        <p:blipFill>
          <a:blip r:embed="rId20"/>
          <a:stretch/>
        </p:blipFill>
        <p:spPr>
          <a:xfrm>
            <a:off x="5441040" y="1825200"/>
            <a:ext cx="3855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Google Shape;334;p29" descr="image.png"/>
          <p:cNvPicPr/>
          <p:nvPr/>
        </p:nvPicPr>
        <p:blipFill>
          <a:blip r:embed="rId21"/>
          <a:stretch/>
        </p:blipFill>
        <p:spPr>
          <a:xfrm>
            <a:off x="5083920" y="2918160"/>
            <a:ext cx="6570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Google Shape;335;p29" descr="image.png"/>
          <p:cNvPicPr/>
          <p:nvPr/>
        </p:nvPicPr>
        <p:blipFill>
          <a:blip r:embed="rId22"/>
          <a:stretch/>
        </p:blipFill>
        <p:spPr>
          <a:xfrm>
            <a:off x="8365320" y="1825200"/>
            <a:ext cx="3567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336;p29" descr="image.png"/>
          <p:cNvPicPr/>
          <p:nvPr/>
        </p:nvPicPr>
        <p:blipFill>
          <a:blip r:embed="rId23"/>
          <a:stretch/>
        </p:blipFill>
        <p:spPr>
          <a:xfrm>
            <a:off x="7808040" y="2918160"/>
            <a:ext cx="82836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337;p29" descr="image.png"/>
          <p:cNvPicPr/>
          <p:nvPr/>
        </p:nvPicPr>
        <p:blipFill>
          <a:blip r:embed="rId24"/>
          <a:stretch/>
        </p:blipFill>
        <p:spPr>
          <a:xfrm>
            <a:off x="2388240" y="3493440"/>
            <a:ext cx="5425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338;p29" descr="image.png"/>
          <p:cNvPicPr/>
          <p:nvPr/>
        </p:nvPicPr>
        <p:blipFill>
          <a:blip r:embed="rId25"/>
          <a:stretch/>
        </p:blipFill>
        <p:spPr>
          <a:xfrm>
            <a:off x="2359800" y="4586400"/>
            <a:ext cx="48528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339;p29" descr="image.png"/>
          <p:cNvPicPr/>
          <p:nvPr/>
        </p:nvPicPr>
        <p:blipFill>
          <a:blip r:embed="rId26"/>
          <a:stretch/>
        </p:blipFill>
        <p:spPr>
          <a:xfrm>
            <a:off x="5312520" y="3493440"/>
            <a:ext cx="51408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Google Shape;340;p29" descr="image.png"/>
          <p:cNvPicPr/>
          <p:nvPr/>
        </p:nvPicPr>
        <p:blipFill>
          <a:blip r:embed="rId27"/>
          <a:stretch/>
        </p:blipFill>
        <p:spPr>
          <a:xfrm>
            <a:off x="5026680" y="4586400"/>
            <a:ext cx="71388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Google Shape;341;p29" descr="image.png"/>
          <p:cNvPicPr/>
          <p:nvPr/>
        </p:nvPicPr>
        <p:blipFill>
          <a:blip r:embed="rId28"/>
          <a:stretch/>
        </p:blipFill>
        <p:spPr>
          <a:xfrm>
            <a:off x="8344080" y="3493440"/>
            <a:ext cx="3783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Google Shape;342;p29" descr="image.png"/>
          <p:cNvPicPr/>
          <p:nvPr/>
        </p:nvPicPr>
        <p:blipFill>
          <a:blip r:embed="rId29"/>
          <a:stretch/>
        </p:blipFill>
        <p:spPr>
          <a:xfrm>
            <a:off x="8379720" y="4586400"/>
            <a:ext cx="256680" cy="1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347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Google Shape;348;p30" descr="image.png"/>
          <p:cNvPicPr/>
          <p:nvPr/>
        </p:nvPicPr>
        <p:blipFill>
          <a:blip r:embed="rId2"/>
          <a:stretch/>
        </p:blipFill>
        <p:spPr>
          <a:xfrm>
            <a:off x="359640" y="4329000"/>
            <a:ext cx="8572320" cy="60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Google Shape;349;p30" descr="image.png"/>
          <p:cNvPicPr/>
          <p:nvPr/>
        </p:nvPicPr>
        <p:blipFill>
          <a:blip r:embed="rId3"/>
          <a:stretch/>
        </p:blipFill>
        <p:spPr>
          <a:xfrm>
            <a:off x="285840" y="757080"/>
            <a:ext cx="4221720" cy="150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Google Shape;350;p30" descr="image.png"/>
          <p:cNvPicPr/>
          <p:nvPr/>
        </p:nvPicPr>
        <p:blipFill>
          <a:blip r:embed="rId4"/>
          <a:stretch/>
        </p:blipFill>
        <p:spPr>
          <a:xfrm>
            <a:off x="4636440" y="757080"/>
            <a:ext cx="4221720" cy="150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Google Shape;351;p30" descr="image.png"/>
          <p:cNvPicPr/>
          <p:nvPr/>
        </p:nvPicPr>
        <p:blipFill>
          <a:blip r:embed="rId5"/>
          <a:stretch/>
        </p:blipFill>
        <p:spPr>
          <a:xfrm>
            <a:off x="285840" y="2393280"/>
            <a:ext cx="4221720" cy="150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Google Shape;352;p30" descr="image.png"/>
          <p:cNvPicPr/>
          <p:nvPr/>
        </p:nvPicPr>
        <p:blipFill>
          <a:blip r:embed="rId6"/>
          <a:stretch/>
        </p:blipFill>
        <p:spPr>
          <a:xfrm>
            <a:off x="4636440" y="2393280"/>
            <a:ext cx="4221720" cy="150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Google Shape;353;p30" descr="image.png"/>
          <p:cNvPicPr/>
          <p:nvPr/>
        </p:nvPicPr>
        <p:blipFill>
          <a:blip r:embed="rId7"/>
          <a:stretch/>
        </p:blipFill>
        <p:spPr>
          <a:xfrm>
            <a:off x="450000" y="3407400"/>
            <a:ext cx="38930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354;p30" descr="image.png"/>
          <p:cNvPicPr/>
          <p:nvPr/>
        </p:nvPicPr>
        <p:blipFill>
          <a:blip r:embed="rId8"/>
          <a:stretch/>
        </p:blipFill>
        <p:spPr>
          <a:xfrm>
            <a:off x="1437120" y="4482720"/>
            <a:ext cx="132120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Google Shape;355;p30" descr="image.png"/>
          <p:cNvPicPr/>
          <p:nvPr/>
        </p:nvPicPr>
        <p:blipFill>
          <a:blip r:embed="rId9"/>
          <a:stretch/>
        </p:blipFill>
        <p:spPr>
          <a:xfrm>
            <a:off x="2873160" y="4482720"/>
            <a:ext cx="142848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oogle Shape;356;p30" descr="image.png"/>
          <p:cNvPicPr/>
          <p:nvPr/>
        </p:nvPicPr>
        <p:blipFill>
          <a:blip r:embed="rId10"/>
          <a:stretch/>
        </p:blipFill>
        <p:spPr>
          <a:xfrm>
            <a:off x="4416120" y="4482720"/>
            <a:ext cx="145692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Google Shape;357;p30" descr="image.png"/>
          <p:cNvPicPr/>
          <p:nvPr/>
        </p:nvPicPr>
        <p:blipFill>
          <a:blip r:embed="rId11"/>
          <a:stretch/>
        </p:blipFill>
        <p:spPr>
          <a:xfrm>
            <a:off x="5987520" y="4482720"/>
            <a:ext cx="144252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Google Shape;358;p30" descr="image.png"/>
          <p:cNvPicPr/>
          <p:nvPr/>
        </p:nvPicPr>
        <p:blipFill>
          <a:blip r:embed="rId12"/>
          <a:stretch/>
        </p:blipFill>
        <p:spPr>
          <a:xfrm>
            <a:off x="4800600" y="3335760"/>
            <a:ext cx="182124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Google Shape;359;p30"/>
          <p:cNvSpPr/>
          <p:nvPr/>
        </p:nvSpPr>
        <p:spPr>
          <a:xfrm>
            <a:off x="285840" y="199440"/>
            <a:ext cx="239292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073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6" name="Google Shape;360;p30" descr="image.png"/>
          <p:cNvPicPr/>
          <p:nvPr/>
        </p:nvPicPr>
        <p:blipFill>
          <a:blip r:embed="rId13"/>
          <a:stretch/>
        </p:blipFill>
        <p:spPr>
          <a:xfrm>
            <a:off x="7286760" y="278640"/>
            <a:ext cx="15714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Google Shape;361;p30"/>
          <p:cNvSpPr/>
          <p:nvPr/>
        </p:nvSpPr>
        <p:spPr>
          <a:xfrm>
            <a:off x="285840" y="335160"/>
            <a:ext cx="2512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WORKING WITH LISTS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Google Shape;362;p30"/>
          <p:cNvSpPr/>
          <p:nvPr/>
        </p:nvSpPr>
        <p:spPr>
          <a:xfrm>
            <a:off x="450000" y="4482720"/>
            <a:ext cx="173988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5464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Google Shape;363;p30"/>
          <p:cNvSpPr/>
          <p:nvPr/>
        </p:nvSpPr>
        <p:spPr>
          <a:xfrm>
            <a:off x="2128680" y="916200"/>
            <a:ext cx="22143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CONCATENATION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Google Shape;364;p30"/>
          <p:cNvSpPr/>
          <p:nvPr/>
        </p:nvSpPr>
        <p:spPr>
          <a:xfrm>
            <a:off x="450000" y="1333440"/>
            <a:ext cx="3893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Merges two distinct lists into a brand new combined sequence.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1" name="Google Shape;365;p30" descr="image.png"/>
          <p:cNvPicPr/>
          <p:nvPr/>
        </p:nvPicPr>
        <p:blipFill>
          <a:blip r:embed="rId14"/>
          <a:stretch/>
        </p:blipFill>
        <p:spPr>
          <a:xfrm>
            <a:off x="450000" y="1743120"/>
            <a:ext cx="389304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Google Shape;366;p30"/>
          <p:cNvSpPr/>
          <p:nvPr/>
        </p:nvSpPr>
        <p:spPr>
          <a:xfrm>
            <a:off x="6029280" y="916200"/>
            <a:ext cx="26643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REPETITION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Google Shape;367;p30"/>
          <p:cNvSpPr/>
          <p:nvPr/>
        </p:nvSpPr>
        <p:spPr>
          <a:xfrm>
            <a:off x="4800600" y="1333440"/>
            <a:ext cx="3893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Duplicates the elements of a list a specified integer number of times.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4" name="Google Shape;368;p30" descr="image.png"/>
          <p:cNvPicPr/>
          <p:nvPr/>
        </p:nvPicPr>
        <p:blipFill>
          <a:blip r:embed="rId15"/>
          <a:stretch/>
        </p:blipFill>
        <p:spPr>
          <a:xfrm>
            <a:off x="4800600" y="1743120"/>
            <a:ext cx="389304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Google Shape;369;p30"/>
          <p:cNvSpPr/>
          <p:nvPr/>
        </p:nvSpPr>
        <p:spPr>
          <a:xfrm>
            <a:off x="1836000" y="2552400"/>
            <a:ext cx="2507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 MEMBERSHIP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Google Shape;370;p30"/>
          <p:cNvSpPr/>
          <p:nvPr/>
        </p:nvSpPr>
        <p:spPr>
          <a:xfrm>
            <a:off x="450000" y="2983680"/>
            <a:ext cx="3893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Tests whether a value exists within the list, returning a boolean result.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Google Shape;371;p30"/>
          <p:cNvSpPr/>
          <p:nvPr/>
        </p:nvSpPr>
        <p:spPr>
          <a:xfrm>
            <a:off x="5993640" y="2552400"/>
            <a:ext cx="27000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04 ITERATION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8" name="Google Shape;372;p30" descr="image.png"/>
          <p:cNvPicPr/>
          <p:nvPr/>
        </p:nvPicPr>
        <p:blipFill>
          <a:blip r:embed="rId16"/>
          <a:stretch/>
        </p:blipFill>
        <p:spPr>
          <a:xfrm>
            <a:off x="3643200" y="892800"/>
            <a:ext cx="6998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Google Shape;373;p30" descr="image.png"/>
          <p:cNvPicPr/>
          <p:nvPr/>
        </p:nvPicPr>
        <p:blipFill>
          <a:blip r:embed="rId17"/>
          <a:stretch/>
        </p:blipFill>
        <p:spPr>
          <a:xfrm>
            <a:off x="2418120" y="1864440"/>
            <a:ext cx="1281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Google Shape;374;p30" descr="image.png"/>
          <p:cNvPicPr/>
          <p:nvPr/>
        </p:nvPicPr>
        <p:blipFill>
          <a:blip r:embed="rId18"/>
          <a:stretch/>
        </p:blipFill>
        <p:spPr>
          <a:xfrm>
            <a:off x="3193200" y="1821600"/>
            <a:ext cx="102852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Google Shape;375;p30" descr="image.png"/>
          <p:cNvPicPr/>
          <p:nvPr/>
        </p:nvPicPr>
        <p:blipFill>
          <a:blip r:embed="rId19"/>
          <a:stretch/>
        </p:blipFill>
        <p:spPr>
          <a:xfrm>
            <a:off x="7993800" y="892800"/>
            <a:ext cx="6998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Google Shape;376;p30" descr="image.png"/>
          <p:cNvPicPr/>
          <p:nvPr/>
        </p:nvPicPr>
        <p:blipFill>
          <a:blip r:embed="rId20"/>
          <a:stretch/>
        </p:blipFill>
        <p:spPr>
          <a:xfrm>
            <a:off x="6590160" y="1864440"/>
            <a:ext cx="1281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377;p30" descr="image.png"/>
          <p:cNvPicPr/>
          <p:nvPr/>
        </p:nvPicPr>
        <p:blipFill>
          <a:blip r:embed="rId21"/>
          <a:stretch/>
        </p:blipFill>
        <p:spPr>
          <a:xfrm>
            <a:off x="7543800" y="1821600"/>
            <a:ext cx="102852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oogle Shape;378;p30" descr="image.png"/>
          <p:cNvPicPr/>
          <p:nvPr/>
        </p:nvPicPr>
        <p:blipFill>
          <a:blip r:embed="rId22"/>
          <a:stretch/>
        </p:blipFill>
        <p:spPr>
          <a:xfrm>
            <a:off x="3586320" y="2529000"/>
            <a:ext cx="75672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Google Shape;379;p30"/>
          <p:cNvSpPr/>
          <p:nvPr/>
        </p:nvSpPr>
        <p:spPr>
          <a:xfrm>
            <a:off x="571680" y="3516840"/>
            <a:ext cx="16426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2 in [1, 2, 3]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Google Shape;380;p30"/>
          <p:cNvSpPr/>
          <p:nvPr/>
        </p:nvSpPr>
        <p:spPr>
          <a:xfrm>
            <a:off x="2321640" y="3516840"/>
            <a:ext cx="18997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5 not in [1, 2, 3]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7" name="Google Shape;381;p30" descr="image.png"/>
          <p:cNvPicPr/>
          <p:nvPr/>
        </p:nvPicPr>
        <p:blipFill>
          <a:blip r:embed="rId23"/>
          <a:stretch/>
        </p:blipFill>
        <p:spPr>
          <a:xfrm>
            <a:off x="8108280" y="2529000"/>
            <a:ext cx="58536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Google Shape;382;p30"/>
          <p:cNvSpPr/>
          <p:nvPr/>
        </p:nvSpPr>
        <p:spPr>
          <a:xfrm>
            <a:off x="7365240" y="3480840"/>
            <a:ext cx="1328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40af"/>
                </a:solidFill>
                <a:uFillTx/>
                <a:latin typeface="JetBrains Mono ExtraBold"/>
                <a:ea typeface="JetBrains Mono ExtraBold"/>
              </a:rPr>
              <a:t>→ →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Google Shape;383;p30"/>
          <p:cNvSpPr/>
          <p:nvPr/>
        </p:nvSpPr>
        <p:spPr>
          <a:xfrm>
            <a:off x="2308680" y="4568400"/>
            <a:ext cx="4496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Length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Google Shape;384;p30"/>
          <p:cNvSpPr/>
          <p:nvPr/>
        </p:nvSpPr>
        <p:spPr>
          <a:xfrm>
            <a:off x="3744360" y="4568400"/>
            <a:ext cx="5857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Minimum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Google Shape;385;p30"/>
          <p:cNvSpPr/>
          <p:nvPr/>
        </p:nvSpPr>
        <p:spPr>
          <a:xfrm>
            <a:off x="5287680" y="4568400"/>
            <a:ext cx="5857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Maximum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Google Shape;386;p30"/>
          <p:cNvSpPr/>
          <p:nvPr/>
        </p:nvSpPr>
        <p:spPr>
          <a:xfrm>
            <a:off x="6859080" y="4568400"/>
            <a:ext cx="6998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Sum total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3" name="Google Shape;387;p30" descr="image.png"/>
          <p:cNvPicPr/>
          <p:nvPr/>
        </p:nvPicPr>
        <p:blipFill>
          <a:blip r:embed="rId24"/>
          <a:stretch/>
        </p:blipFill>
        <p:spPr>
          <a:xfrm>
            <a:off x="450000" y="91440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Google Shape;388;p30" descr="image.png"/>
          <p:cNvPicPr/>
          <p:nvPr/>
        </p:nvPicPr>
        <p:blipFill>
          <a:blip r:embed="rId25"/>
          <a:stretch/>
        </p:blipFill>
        <p:spPr>
          <a:xfrm>
            <a:off x="4800600" y="914400"/>
            <a:ext cx="1069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Google Shape;389;p30" descr="image.png"/>
          <p:cNvPicPr/>
          <p:nvPr/>
        </p:nvPicPr>
        <p:blipFill>
          <a:blip r:embed="rId26"/>
          <a:stretch/>
        </p:blipFill>
        <p:spPr>
          <a:xfrm>
            <a:off x="450000" y="255024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Google Shape;390;p30" descr="image.png"/>
          <p:cNvPicPr/>
          <p:nvPr/>
        </p:nvPicPr>
        <p:blipFill>
          <a:blip r:embed="rId27"/>
          <a:stretch/>
        </p:blipFill>
        <p:spPr>
          <a:xfrm>
            <a:off x="1657440" y="3486240"/>
            <a:ext cx="5569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Google Shape;391;p30" descr="image.png"/>
          <p:cNvPicPr/>
          <p:nvPr/>
        </p:nvPicPr>
        <p:blipFill>
          <a:blip r:embed="rId28"/>
          <a:stretch/>
        </p:blipFill>
        <p:spPr>
          <a:xfrm>
            <a:off x="3664800" y="3486240"/>
            <a:ext cx="5569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Google Shape;392;p30" descr="image.png"/>
          <p:cNvPicPr/>
          <p:nvPr/>
        </p:nvPicPr>
        <p:blipFill>
          <a:blip r:embed="rId29"/>
          <a:stretch/>
        </p:blipFill>
        <p:spPr>
          <a:xfrm>
            <a:off x="4800600" y="255024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393;p30"/>
          <p:cNvSpPr/>
          <p:nvPr/>
        </p:nvSpPr>
        <p:spPr>
          <a:xfrm>
            <a:off x="4907880" y="3407400"/>
            <a:ext cx="19260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Google Shape;394;p30"/>
          <p:cNvSpPr/>
          <p:nvPr/>
        </p:nvSpPr>
        <p:spPr>
          <a:xfrm>
            <a:off x="5486400" y="3407400"/>
            <a:ext cx="12816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Google Shape;395;p30"/>
          <p:cNvSpPr/>
          <p:nvPr/>
        </p:nvSpPr>
        <p:spPr>
          <a:xfrm>
            <a:off x="5743440" y="3407400"/>
            <a:ext cx="12816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Google Shape;396;p30"/>
          <p:cNvSpPr/>
          <p:nvPr/>
        </p:nvSpPr>
        <p:spPr>
          <a:xfrm>
            <a:off x="6000840" y="3407400"/>
            <a:ext cx="12816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Google Shape;397;p30"/>
          <p:cNvSpPr/>
          <p:nvPr/>
        </p:nvSpPr>
        <p:spPr>
          <a:xfrm>
            <a:off x="6257880" y="3407400"/>
            <a:ext cx="12816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Google Shape;398;p30"/>
          <p:cNvSpPr/>
          <p:nvPr/>
        </p:nvSpPr>
        <p:spPr>
          <a:xfrm>
            <a:off x="5164920" y="3557520"/>
            <a:ext cx="3211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5" name="Google Shape;399;p30" descr="image.png"/>
          <p:cNvPicPr/>
          <p:nvPr/>
        </p:nvPicPr>
        <p:blipFill>
          <a:blip r:embed="rId30"/>
          <a:stretch/>
        </p:blipFill>
        <p:spPr>
          <a:xfrm>
            <a:off x="7365240" y="3443040"/>
            <a:ext cx="29952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Google Shape;400;p30" descr="image.png"/>
          <p:cNvPicPr/>
          <p:nvPr/>
        </p:nvPicPr>
        <p:blipFill>
          <a:blip r:embed="rId31"/>
          <a:stretch/>
        </p:blipFill>
        <p:spPr>
          <a:xfrm>
            <a:off x="7879680" y="3443040"/>
            <a:ext cx="29952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Google Shape;401;p30" descr="image.png"/>
          <p:cNvPicPr/>
          <p:nvPr/>
        </p:nvPicPr>
        <p:blipFill>
          <a:blip r:embed="rId32"/>
          <a:stretch/>
        </p:blipFill>
        <p:spPr>
          <a:xfrm>
            <a:off x="8393760" y="3443040"/>
            <a:ext cx="299520" cy="21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406;p3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oogle Shape;407;p31" descr="image.png"/>
          <p:cNvPicPr/>
          <p:nvPr/>
        </p:nvPicPr>
        <p:blipFill>
          <a:blip r:embed="rId2"/>
          <a:stretch/>
        </p:blipFill>
        <p:spPr>
          <a:xfrm>
            <a:off x="257040" y="3886200"/>
            <a:ext cx="862920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oogle Shape;408;p31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722480" cy="275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Google Shape;409;p31" descr="image.png"/>
          <p:cNvPicPr/>
          <p:nvPr/>
        </p:nvPicPr>
        <p:blipFill>
          <a:blip r:embed="rId4"/>
          <a:stretch/>
        </p:blipFill>
        <p:spPr>
          <a:xfrm>
            <a:off x="392760" y="1439640"/>
            <a:ext cx="4451040" cy="10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oogle Shape;410;p31" descr="image.png"/>
          <p:cNvPicPr/>
          <p:nvPr/>
        </p:nvPicPr>
        <p:blipFill>
          <a:blip r:embed="rId5"/>
          <a:stretch/>
        </p:blipFill>
        <p:spPr>
          <a:xfrm>
            <a:off x="392760" y="2914560"/>
            <a:ext cx="4451040" cy="4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Google Shape;411;p31" descr="image.png"/>
          <p:cNvPicPr/>
          <p:nvPr/>
        </p:nvPicPr>
        <p:blipFill>
          <a:blip r:embed="rId6"/>
          <a:stretch/>
        </p:blipFill>
        <p:spPr>
          <a:xfrm>
            <a:off x="392760" y="4371840"/>
            <a:ext cx="2443320" cy="47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Google Shape;412;p31" descr="image.png"/>
          <p:cNvPicPr/>
          <p:nvPr/>
        </p:nvPicPr>
        <p:blipFill>
          <a:blip r:embed="rId7"/>
          <a:stretch/>
        </p:blipFill>
        <p:spPr>
          <a:xfrm>
            <a:off x="2922480" y="4371840"/>
            <a:ext cx="3298680" cy="47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Google Shape;413;p31" descr="image.png"/>
          <p:cNvPicPr/>
          <p:nvPr/>
        </p:nvPicPr>
        <p:blipFill>
          <a:blip r:embed="rId8"/>
          <a:stretch/>
        </p:blipFill>
        <p:spPr>
          <a:xfrm>
            <a:off x="6307200" y="4371840"/>
            <a:ext cx="2443320" cy="47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Google Shape;414;p31" descr="image.png"/>
          <p:cNvPicPr/>
          <p:nvPr/>
        </p:nvPicPr>
        <p:blipFill>
          <a:blip r:embed="rId9"/>
          <a:stretch/>
        </p:blipFill>
        <p:spPr>
          <a:xfrm>
            <a:off x="3611880" y="1368000"/>
            <a:ext cx="11246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Google Shape;415;p31" descr="image.png"/>
          <p:cNvPicPr/>
          <p:nvPr/>
        </p:nvPicPr>
        <p:blipFill>
          <a:blip r:embed="rId10"/>
          <a:stretch/>
        </p:blipFill>
        <p:spPr>
          <a:xfrm>
            <a:off x="1121400" y="1603800"/>
            <a:ext cx="84636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Google Shape;416;p31" descr="image.png"/>
          <p:cNvPicPr/>
          <p:nvPr/>
        </p:nvPicPr>
        <p:blipFill>
          <a:blip r:embed="rId11"/>
          <a:stretch/>
        </p:blipFill>
        <p:spPr>
          <a:xfrm>
            <a:off x="2039760" y="1603800"/>
            <a:ext cx="84636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Google Shape;417;p31" descr="image.png"/>
          <p:cNvPicPr/>
          <p:nvPr/>
        </p:nvPicPr>
        <p:blipFill>
          <a:blip r:embed="rId12"/>
          <a:stretch/>
        </p:blipFill>
        <p:spPr>
          <a:xfrm>
            <a:off x="2957760" y="1603800"/>
            <a:ext cx="84636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Google Shape;418;p31" descr="image.png"/>
          <p:cNvPicPr/>
          <p:nvPr/>
        </p:nvPicPr>
        <p:blipFill>
          <a:blip r:embed="rId13"/>
          <a:stretch/>
        </p:blipFill>
        <p:spPr>
          <a:xfrm>
            <a:off x="3876120" y="1603800"/>
            <a:ext cx="84636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Google Shape;419;p31" descr="image.png"/>
          <p:cNvPicPr/>
          <p:nvPr/>
        </p:nvPicPr>
        <p:blipFill>
          <a:blip r:embed="rId14"/>
          <a:stretch/>
        </p:blipFill>
        <p:spPr>
          <a:xfrm>
            <a:off x="1121400" y="2075400"/>
            <a:ext cx="84636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Google Shape;420;p31" descr="image.png"/>
          <p:cNvPicPr/>
          <p:nvPr/>
        </p:nvPicPr>
        <p:blipFill>
          <a:blip r:embed="rId15"/>
          <a:stretch/>
        </p:blipFill>
        <p:spPr>
          <a:xfrm>
            <a:off x="2039760" y="2075400"/>
            <a:ext cx="84636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Google Shape;421;p31" descr="image.png"/>
          <p:cNvPicPr/>
          <p:nvPr/>
        </p:nvPicPr>
        <p:blipFill>
          <a:blip r:embed="rId16"/>
          <a:stretch/>
        </p:blipFill>
        <p:spPr>
          <a:xfrm>
            <a:off x="2957760" y="2075400"/>
            <a:ext cx="84636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Google Shape;422;p31" descr="image.png"/>
          <p:cNvPicPr/>
          <p:nvPr/>
        </p:nvPicPr>
        <p:blipFill>
          <a:blip r:embed="rId17"/>
          <a:stretch/>
        </p:blipFill>
        <p:spPr>
          <a:xfrm>
            <a:off x="3876120" y="2075400"/>
            <a:ext cx="84636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Google Shape;423;p31" descr="image.png"/>
          <p:cNvPicPr/>
          <p:nvPr/>
        </p:nvPicPr>
        <p:blipFill>
          <a:blip r:embed="rId18"/>
          <a:stretch/>
        </p:blipFill>
        <p:spPr>
          <a:xfrm>
            <a:off x="6908040" y="257040"/>
            <a:ext cx="19785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Google Shape;424;p31"/>
          <p:cNvSpPr/>
          <p:nvPr/>
        </p:nvSpPr>
        <p:spPr>
          <a:xfrm>
            <a:off x="257040" y="309240"/>
            <a:ext cx="231732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TUPLES IN PYTHON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Google Shape;425;p31"/>
          <p:cNvSpPr/>
          <p:nvPr/>
        </p:nvSpPr>
        <p:spPr>
          <a:xfrm>
            <a:off x="1944720" y="4024080"/>
            <a:ext cx="68061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How a Tuple is Created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Google Shape;426;p31"/>
          <p:cNvSpPr/>
          <p:nvPr/>
        </p:nvSpPr>
        <p:spPr>
          <a:xfrm>
            <a:off x="2180520" y="887760"/>
            <a:ext cx="2663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Tuple Memory Structure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t = ("A", "B", "C", "D")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9" name="Google Shape;427;p31" descr="image.png"/>
          <p:cNvPicPr/>
          <p:nvPr/>
        </p:nvPicPr>
        <p:blipFill>
          <a:blip r:embed="rId19"/>
          <a:stretch/>
        </p:blipFill>
        <p:spPr>
          <a:xfrm>
            <a:off x="5108400" y="7142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Google Shape;428;p31" descr="image.png"/>
          <p:cNvPicPr/>
          <p:nvPr/>
        </p:nvPicPr>
        <p:blipFill>
          <a:blip r:embed="rId20"/>
          <a:stretch/>
        </p:blipFill>
        <p:spPr>
          <a:xfrm>
            <a:off x="5108400" y="14198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Google Shape;429;p31" descr="image.png"/>
          <p:cNvPicPr/>
          <p:nvPr/>
        </p:nvPicPr>
        <p:blipFill>
          <a:blip r:embed="rId21"/>
          <a:stretch/>
        </p:blipFill>
        <p:spPr>
          <a:xfrm>
            <a:off x="5108400" y="21254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Google Shape;430;p31" descr="image.png"/>
          <p:cNvPicPr/>
          <p:nvPr/>
        </p:nvPicPr>
        <p:blipFill>
          <a:blip r:embed="rId22"/>
          <a:stretch/>
        </p:blipFill>
        <p:spPr>
          <a:xfrm>
            <a:off x="5108400" y="283068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Google Shape;431;p31" descr="image.png"/>
          <p:cNvPicPr/>
          <p:nvPr/>
        </p:nvPicPr>
        <p:blipFill>
          <a:blip r:embed="rId23"/>
          <a:stretch/>
        </p:blipFill>
        <p:spPr>
          <a:xfrm>
            <a:off x="6307920" y="3979080"/>
            <a:ext cx="24429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Google Shape;432;p31"/>
          <p:cNvSpPr/>
          <p:nvPr/>
        </p:nvSpPr>
        <p:spPr>
          <a:xfrm>
            <a:off x="514440" y="3052440"/>
            <a:ext cx="1464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Positional Access: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t[2]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Google Shape;433;p31"/>
          <p:cNvSpPr/>
          <p:nvPr/>
        </p:nvSpPr>
        <p:spPr>
          <a:xfrm>
            <a:off x="5444280" y="872640"/>
            <a:ext cx="3320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ORDERED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Google Shape;434;p31"/>
          <p:cNvSpPr/>
          <p:nvPr/>
        </p:nvSpPr>
        <p:spPr>
          <a:xfrm>
            <a:off x="5251320" y="1042200"/>
            <a:ext cx="35136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Elements maintain their order and can be accessed by index.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Google Shape;435;p31"/>
          <p:cNvSpPr/>
          <p:nvPr/>
        </p:nvSpPr>
        <p:spPr>
          <a:xfrm>
            <a:off x="5415840" y="1578240"/>
            <a:ext cx="33494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IMMUTABLE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Google Shape;436;p31"/>
          <p:cNvSpPr/>
          <p:nvPr/>
        </p:nvSpPr>
        <p:spPr>
          <a:xfrm>
            <a:off x="5251320" y="1747800"/>
            <a:ext cx="35136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Tuple elements cannot be added, removed, or reassigned.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Google Shape;437;p31"/>
          <p:cNvSpPr/>
          <p:nvPr/>
        </p:nvSpPr>
        <p:spPr>
          <a:xfrm>
            <a:off x="5429880" y="2283480"/>
            <a:ext cx="33350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DUPLICATES ALLOWED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Google Shape;438;p31"/>
          <p:cNvSpPr/>
          <p:nvPr/>
        </p:nvSpPr>
        <p:spPr>
          <a:xfrm>
            <a:off x="5251320" y="2453040"/>
            <a:ext cx="35136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Repeated values are permitted and stored distinctly.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Google Shape;439;p31"/>
          <p:cNvSpPr/>
          <p:nvPr/>
        </p:nvSpPr>
        <p:spPr>
          <a:xfrm>
            <a:off x="5444280" y="2989080"/>
            <a:ext cx="3320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HETEROGENEOUS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Google Shape;440;p31"/>
          <p:cNvSpPr/>
          <p:nvPr/>
        </p:nvSpPr>
        <p:spPr>
          <a:xfrm>
            <a:off x="5251320" y="3158640"/>
            <a:ext cx="35136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 tuple can store different data types together.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3" name="Google Shape;441;p31" descr="image.png"/>
          <p:cNvPicPr/>
          <p:nvPr/>
        </p:nvPicPr>
        <p:blipFill>
          <a:blip r:embed="rId24"/>
          <a:stretch/>
        </p:blipFill>
        <p:spPr>
          <a:xfrm>
            <a:off x="392760" y="4050360"/>
            <a:ext cx="133920" cy="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Google Shape;442;p31"/>
          <p:cNvSpPr/>
          <p:nvPr/>
        </p:nvSpPr>
        <p:spPr>
          <a:xfrm>
            <a:off x="500040" y="4439520"/>
            <a:ext cx="22291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1. BASIC SYNTAX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Google Shape;443;p31"/>
          <p:cNvSpPr/>
          <p:nvPr/>
        </p:nvSpPr>
        <p:spPr>
          <a:xfrm>
            <a:off x="3122280" y="4446720"/>
            <a:ext cx="299160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2. SINGLE ITEM TRAILING COMMA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Google Shape;444;p31"/>
          <p:cNvSpPr/>
          <p:nvPr/>
        </p:nvSpPr>
        <p:spPr>
          <a:xfrm>
            <a:off x="3029400" y="4586400"/>
            <a:ext cx="30844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(5,) </a:t>
            </a:r>
            <a:r>
              <a:rPr b="1" lang="en" sz="900" strike="noStrike" u="none">
                <a:solidFill>
                  <a:srgbClr val="059669"/>
                </a:solidFill>
                <a:uFillTx/>
                <a:latin typeface="Plus Jakarta Sans"/>
                <a:ea typeface="Plus Jakarta Sans"/>
              </a:rPr>
              <a:t>✓ Tuple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                                   (5) </a:t>
            </a:r>
            <a:r>
              <a:rPr b="1" lang="en" sz="9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✕ Int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Google Shape;445;p31"/>
          <p:cNvSpPr/>
          <p:nvPr/>
        </p:nvSpPr>
        <p:spPr>
          <a:xfrm>
            <a:off x="6414480" y="4439520"/>
            <a:ext cx="22291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3. TUPLE() CONSTRUCTOR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Google Shape;446;p31"/>
          <p:cNvSpPr/>
          <p:nvPr/>
        </p:nvSpPr>
        <p:spPr>
          <a:xfrm>
            <a:off x="6414480" y="4613400"/>
            <a:ext cx="2229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tuple([1, 2, 3])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9" name="Google Shape;447;p31" descr="image.png"/>
          <p:cNvPicPr/>
          <p:nvPr/>
        </p:nvPicPr>
        <p:blipFill>
          <a:blip r:embed="rId25"/>
          <a:stretch/>
        </p:blipFill>
        <p:spPr>
          <a:xfrm>
            <a:off x="392760" y="910800"/>
            <a:ext cx="1267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Google Shape;448;p31"/>
          <p:cNvSpPr/>
          <p:nvPr/>
        </p:nvSpPr>
        <p:spPr>
          <a:xfrm>
            <a:off x="514440" y="1668240"/>
            <a:ext cx="5353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INDEX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Google Shape;449;p31"/>
          <p:cNvSpPr/>
          <p:nvPr/>
        </p:nvSpPr>
        <p:spPr>
          <a:xfrm>
            <a:off x="514440" y="2175120"/>
            <a:ext cx="5353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VALUE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2" name="Google Shape;450;p31" descr="image.png"/>
          <p:cNvPicPr/>
          <p:nvPr/>
        </p:nvPicPr>
        <p:blipFill>
          <a:blip r:embed="rId26"/>
          <a:stretch/>
        </p:blipFill>
        <p:spPr>
          <a:xfrm>
            <a:off x="4144320" y="30682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Google Shape;451;p31"/>
          <p:cNvSpPr/>
          <p:nvPr/>
        </p:nvSpPr>
        <p:spPr>
          <a:xfrm>
            <a:off x="4294080" y="3044880"/>
            <a:ext cx="428400" cy="15336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"C"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4" name="Google Shape;452;p31" descr="image.png"/>
          <p:cNvPicPr/>
          <p:nvPr/>
        </p:nvPicPr>
        <p:blipFill>
          <a:blip r:embed="rId27"/>
          <a:stretch/>
        </p:blipFill>
        <p:spPr>
          <a:xfrm>
            <a:off x="5251320" y="888840"/>
            <a:ext cx="13536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Google Shape;453;p31" descr="image.png"/>
          <p:cNvPicPr/>
          <p:nvPr/>
        </p:nvPicPr>
        <p:blipFill>
          <a:blip r:embed="rId28"/>
          <a:stretch/>
        </p:blipFill>
        <p:spPr>
          <a:xfrm>
            <a:off x="5251320" y="1594080"/>
            <a:ext cx="10692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Google Shape;454;p31" descr="image.png"/>
          <p:cNvPicPr/>
          <p:nvPr/>
        </p:nvPicPr>
        <p:blipFill>
          <a:blip r:embed="rId29"/>
          <a:stretch/>
        </p:blipFill>
        <p:spPr>
          <a:xfrm>
            <a:off x="5251320" y="2299680"/>
            <a:ext cx="12096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Google Shape;455;p31" descr="image.png"/>
          <p:cNvPicPr/>
          <p:nvPr/>
        </p:nvPicPr>
        <p:blipFill>
          <a:blip r:embed="rId30"/>
          <a:stretch/>
        </p:blipFill>
        <p:spPr>
          <a:xfrm>
            <a:off x="5251320" y="3004920"/>
            <a:ext cx="13536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Google Shape;456;p31" descr="image.png"/>
          <p:cNvPicPr/>
          <p:nvPr/>
        </p:nvPicPr>
        <p:blipFill>
          <a:blip r:embed="rId31"/>
          <a:stretch/>
        </p:blipFill>
        <p:spPr>
          <a:xfrm>
            <a:off x="6021360" y="4454280"/>
            <a:ext cx="925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Google Shape;457;p31" descr="image.png"/>
          <p:cNvPicPr/>
          <p:nvPr/>
        </p:nvPicPr>
        <p:blipFill>
          <a:blip r:embed="rId32"/>
          <a:stretch/>
        </p:blipFill>
        <p:spPr>
          <a:xfrm>
            <a:off x="7725960" y="4579200"/>
            <a:ext cx="91764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Google Shape;458;p31" descr="image.png"/>
          <p:cNvPicPr/>
          <p:nvPr/>
        </p:nvPicPr>
        <p:blipFill>
          <a:blip r:embed="rId33"/>
          <a:stretch/>
        </p:blipFill>
        <p:spPr>
          <a:xfrm>
            <a:off x="1505520" y="1918080"/>
            <a:ext cx="781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Google Shape;459;p31" descr="image.png"/>
          <p:cNvPicPr/>
          <p:nvPr/>
        </p:nvPicPr>
        <p:blipFill>
          <a:blip r:embed="rId34"/>
          <a:stretch/>
        </p:blipFill>
        <p:spPr>
          <a:xfrm>
            <a:off x="2423880" y="1918080"/>
            <a:ext cx="781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Google Shape;460;p31" descr="image.png"/>
          <p:cNvPicPr/>
          <p:nvPr/>
        </p:nvPicPr>
        <p:blipFill>
          <a:blip r:embed="rId35"/>
          <a:stretch/>
        </p:blipFill>
        <p:spPr>
          <a:xfrm>
            <a:off x="3341880" y="1918080"/>
            <a:ext cx="781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Google Shape;461;p31" descr="image.png"/>
          <p:cNvPicPr/>
          <p:nvPr/>
        </p:nvPicPr>
        <p:blipFill>
          <a:blip r:embed="rId36"/>
          <a:stretch/>
        </p:blipFill>
        <p:spPr>
          <a:xfrm>
            <a:off x="4260240" y="1918080"/>
            <a:ext cx="78120" cy="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462;p31"/>
          <p:cNvSpPr/>
          <p:nvPr/>
        </p:nvSpPr>
        <p:spPr>
          <a:xfrm>
            <a:off x="5714280" y="4614840"/>
            <a:ext cx="33552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467;p3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Google Shape;468;p32" descr="image.png"/>
          <p:cNvPicPr/>
          <p:nvPr/>
        </p:nvPicPr>
        <p:blipFill>
          <a:blip r:embed="rId2"/>
          <a:stretch/>
        </p:blipFill>
        <p:spPr>
          <a:xfrm>
            <a:off x="257040" y="4514760"/>
            <a:ext cx="862920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Google Shape;469;p32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264560" cy="17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Google Shape;470;p32" descr="image.png"/>
          <p:cNvPicPr/>
          <p:nvPr/>
        </p:nvPicPr>
        <p:blipFill>
          <a:blip r:embed="rId4"/>
          <a:stretch/>
        </p:blipFill>
        <p:spPr>
          <a:xfrm>
            <a:off x="4622040" y="714240"/>
            <a:ext cx="4264560" cy="17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Google Shape;471;p32" descr="image.png"/>
          <p:cNvPicPr/>
          <p:nvPr/>
        </p:nvPicPr>
        <p:blipFill>
          <a:blip r:embed="rId5"/>
          <a:stretch/>
        </p:blipFill>
        <p:spPr>
          <a:xfrm>
            <a:off x="257040" y="2575800"/>
            <a:ext cx="4264560" cy="153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Google Shape;472;p32" descr="image.png"/>
          <p:cNvPicPr/>
          <p:nvPr/>
        </p:nvPicPr>
        <p:blipFill>
          <a:blip r:embed="rId6"/>
          <a:stretch/>
        </p:blipFill>
        <p:spPr>
          <a:xfrm>
            <a:off x="4622040" y="2575800"/>
            <a:ext cx="4264560" cy="153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Google Shape;473;p32" descr="image.png"/>
          <p:cNvPicPr/>
          <p:nvPr/>
        </p:nvPicPr>
        <p:blipFill>
          <a:blip r:embed="rId7"/>
          <a:stretch/>
        </p:blipFill>
        <p:spPr>
          <a:xfrm>
            <a:off x="392760" y="1141560"/>
            <a:ext cx="3993120" cy="87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Google Shape;474;p32" descr="image.png"/>
          <p:cNvPicPr/>
          <p:nvPr/>
        </p:nvPicPr>
        <p:blipFill>
          <a:blip r:embed="rId8"/>
          <a:stretch/>
        </p:blipFill>
        <p:spPr>
          <a:xfrm>
            <a:off x="4757760" y="1230840"/>
            <a:ext cx="3993120" cy="72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Google Shape;475;p32" descr="image.png"/>
          <p:cNvPicPr/>
          <p:nvPr/>
        </p:nvPicPr>
        <p:blipFill>
          <a:blip r:embed="rId9"/>
          <a:stretch/>
        </p:blipFill>
        <p:spPr>
          <a:xfrm>
            <a:off x="392760" y="2993040"/>
            <a:ext cx="39931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Google Shape;476;p32" descr="image.png"/>
          <p:cNvPicPr/>
          <p:nvPr/>
        </p:nvPicPr>
        <p:blipFill>
          <a:blip r:embed="rId10"/>
          <a:stretch/>
        </p:blipFill>
        <p:spPr>
          <a:xfrm>
            <a:off x="392760" y="3343320"/>
            <a:ext cx="39931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Google Shape;477;p32" descr="image.png"/>
          <p:cNvPicPr/>
          <p:nvPr/>
        </p:nvPicPr>
        <p:blipFill>
          <a:blip r:embed="rId11"/>
          <a:stretch/>
        </p:blipFill>
        <p:spPr>
          <a:xfrm>
            <a:off x="392760" y="3693240"/>
            <a:ext cx="39931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Google Shape;478;p32" descr="image.png"/>
          <p:cNvPicPr/>
          <p:nvPr/>
        </p:nvPicPr>
        <p:blipFill>
          <a:blip r:embed="rId12"/>
          <a:stretch/>
        </p:blipFill>
        <p:spPr>
          <a:xfrm>
            <a:off x="4757760" y="3120120"/>
            <a:ext cx="201420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Google Shape;479;p32" descr="image.png"/>
          <p:cNvPicPr/>
          <p:nvPr/>
        </p:nvPicPr>
        <p:blipFill>
          <a:blip r:embed="rId13"/>
          <a:stretch/>
        </p:blipFill>
        <p:spPr>
          <a:xfrm>
            <a:off x="1021680" y="122004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Google Shape;480;p32" descr="image.png"/>
          <p:cNvPicPr/>
          <p:nvPr/>
        </p:nvPicPr>
        <p:blipFill>
          <a:blip r:embed="rId14"/>
          <a:stretch/>
        </p:blipFill>
        <p:spPr>
          <a:xfrm>
            <a:off x="1850400" y="122004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Google Shape;481;p32" descr="image.png"/>
          <p:cNvPicPr/>
          <p:nvPr/>
        </p:nvPicPr>
        <p:blipFill>
          <a:blip r:embed="rId15"/>
          <a:stretch/>
        </p:blipFill>
        <p:spPr>
          <a:xfrm>
            <a:off x="2678760" y="122004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Google Shape;482;p32" descr="image.png"/>
          <p:cNvPicPr/>
          <p:nvPr/>
        </p:nvPicPr>
        <p:blipFill>
          <a:blip r:embed="rId16"/>
          <a:stretch/>
        </p:blipFill>
        <p:spPr>
          <a:xfrm>
            <a:off x="3507480" y="122004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Google Shape;483;p32" descr="image.png"/>
          <p:cNvPicPr/>
          <p:nvPr/>
        </p:nvPicPr>
        <p:blipFill>
          <a:blip r:embed="rId17"/>
          <a:stretch/>
        </p:blipFill>
        <p:spPr>
          <a:xfrm>
            <a:off x="1021680" y="1463040"/>
            <a:ext cx="7711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Google Shape;484;p32" descr="image.png"/>
          <p:cNvPicPr/>
          <p:nvPr/>
        </p:nvPicPr>
        <p:blipFill>
          <a:blip r:embed="rId18"/>
          <a:stretch/>
        </p:blipFill>
        <p:spPr>
          <a:xfrm>
            <a:off x="1850400" y="1463040"/>
            <a:ext cx="7711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Google Shape;485;p32" descr="image.png"/>
          <p:cNvPicPr/>
          <p:nvPr/>
        </p:nvPicPr>
        <p:blipFill>
          <a:blip r:embed="rId19"/>
          <a:stretch/>
        </p:blipFill>
        <p:spPr>
          <a:xfrm>
            <a:off x="2678760" y="1463040"/>
            <a:ext cx="7711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Google Shape;486;p32" descr="image.png"/>
          <p:cNvPicPr/>
          <p:nvPr/>
        </p:nvPicPr>
        <p:blipFill>
          <a:blip r:embed="rId20"/>
          <a:stretch/>
        </p:blipFill>
        <p:spPr>
          <a:xfrm>
            <a:off x="3507480" y="1463040"/>
            <a:ext cx="7711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Google Shape;487;p32" descr="image.png"/>
          <p:cNvPicPr/>
          <p:nvPr/>
        </p:nvPicPr>
        <p:blipFill>
          <a:blip r:embed="rId21"/>
          <a:stretch/>
        </p:blipFill>
        <p:spPr>
          <a:xfrm>
            <a:off x="1021680" y="174168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Google Shape;488;p32" descr="image.png"/>
          <p:cNvPicPr/>
          <p:nvPr/>
        </p:nvPicPr>
        <p:blipFill>
          <a:blip r:embed="rId22"/>
          <a:stretch/>
        </p:blipFill>
        <p:spPr>
          <a:xfrm>
            <a:off x="1850400" y="174168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Google Shape;489;p32" descr="image.png"/>
          <p:cNvPicPr/>
          <p:nvPr/>
        </p:nvPicPr>
        <p:blipFill>
          <a:blip r:embed="rId23"/>
          <a:stretch/>
        </p:blipFill>
        <p:spPr>
          <a:xfrm>
            <a:off x="2678760" y="174168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8" name="Google Shape;490;p32" descr="image.png"/>
          <p:cNvPicPr/>
          <p:nvPr/>
        </p:nvPicPr>
        <p:blipFill>
          <a:blip r:embed="rId24"/>
          <a:stretch/>
        </p:blipFill>
        <p:spPr>
          <a:xfrm>
            <a:off x="3507480" y="1741680"/>
            <a:ext cx="7711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Google Shape;491;p32" descr="image.png"/>
          <p:cNvPicPr/>
          <p:nvPr/>
        </p:nvPicPr>
        <p:blipFill>
          <a:blip r:embed="rId25"/>
          <a:stretch/>
        </p:blipFill>
        <p:spPr>
          <a:xfrm>
            <a:off x="5164920" y="1277280"/>
            <a:ext cx="42840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Google Shape;492;p32" descr="image.png"/>
          <p:cNvPicPr/>
          <p:nvPr/>
        </p:nvPicPr>
        <p:blipFill>
          <a:blip r:embed="rId26"/>
          <a:stretch/>
        </p:blipFill>
        <p:spPr>
          <a:xfrm>
            <a:off x="5640120" y="1277280"/>
            <a:ext cx="42840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Google Shape;493;p32" descr="image.png"/>
          <p:cNvPicPr/>
          <p:nvPr/>
        </p:nvPicPr>
        <p:blipFill>
          <a:blip r:embed="rId27"/>
          <a:stretch/>
        </p:blipFill>
        <p:spPr>
          <a:xfrm>
            <a:off x="6114960" y="1277280"/>
            <a:ext cx="42840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Google Shape;494;p32" descr="image.png"/>
          <p:cNvPicPr/>
          <p:nvPr/>
        </p:nvPicPr>
        <p:blipFill>
          <a:blip r:embed="rId28"/>
          <a:stretch/>
        </p:blipFill>
        <p:spPr>
          <a:xfrm>
            <a:off x="6590160" y="1277280"/>
            <a:ext cx="42840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Google Shape;495;p32" descr="image.png"/>
          <p:cNvPicPr/>
          <p:nvPr/>
        </p:nvPicPr>
        <p:blipFill>
          <a:blip r:embed="rId29"/>
          <a:stretch/>
        </p:blipFill>
        <p:spPr>
          <a:xfrm>
            <a:off x="7065360" y="1277280"/>
            <a:ext cx="42840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Google Shape;496;p32" descr="image.png"/>
          <p:cNvPicPr/>
          <p:nvPr/>
        </p:nvPicPr>
        <p:blipFill>
          <a:blip r:embed="rId30"/>
          <a:stretch/>
        </p:blipFill>
        <p:spPr>
          <a:xfrm>
            <a:off x="7015320" y="257040"/>
            <a:ext cx="18712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Google Shape;497;p32"/>
          <p:cNvSpPr/>
          <p:nvPr/>
        </p:nvSpPr>
        <p:spPr>
          <a:xfrm>
            <a:off x="257040" y="309240"/>
            <a:ext cx="46990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ACCESSING &amp; WORKING WITH TUPLES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Google Shape;498;p32"/>
          <p:cNvSpPr/>
          <p:nvPr/>
        </p:nvSpPr>
        <p:spPr>
          <a:xfrm>
            <a:off x="392760" y="4661280"/>
            <a:ext cx="18856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08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TUPLE CAPABILITIES SUMMARY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Google Shape;499;p32"/>
          <p:cNvSpPr/>
          <p:nvPr/>
        </p:nvSpPr>
        <p:spPr>
          <a:xfrm>
            <a:off x="703800" y="820080"/>
            <a:ext cx="29786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01.   INDEXING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       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                                         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 = ("A", "B", "C", "D")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Google Shape;500;p32"/>
          <p:cNvSpPr/>
          <p:nvPr/>
        </p:nvSpPr>
        <p:spPr>
          <a:xfrm>
            <a:off x="5036400" y="801360"/>
            <a:ext cx="30643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02.  SLICING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                             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 = (10, 20, 30, 40, 50)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Google Shape;501;p32"/>
          <p:cNvSpPr/>
          <p:nvPr/>
        </p:nvSpPr>
        <p:spPr>
          <a:xfrm>
            <a:off x="4757760" y="2207160"/>
            <a:ext cx="399312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t[::-1] →  </a:t>
            </a:r>
            <a:r>
              <a:rPr b="1" lang="en" sz="800" strike="noStrike" u="none">
                <a:solidFill>
                  <a:srgbClr val="059669"/>
                </a:solidFill>
                <a:uFillTx/>
                <a:latin typeface="Plus Jakarta Sans"/>
                <a:ea typeface="Plus Jakarta Sans"/>
              </a:rPr>
              <a:t> Returns new tuple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Google Shape;502;p32"/>
          <p:cNvSpPr/>
          <p:nvPr/>
        </p:nvSpPr>
        <p:spPr>
          <a:xfrm>
            <a:off x="703800" y="2648880"/>
            <a:ext cx="19713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03.  OPERATORS &amp; METHODS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Google Shape;503;p32"/>
          <p:cNvSpPr/>
          <p:nvPr/>
        </p:nvSpPr>
        <p:spPr>
          <a:xfrm>
            <a:off x="5022000" y="2728800"/>
            <a:ext cx="28929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04 ITERATION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0" lang="en" sz="9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for-loop traversal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Google Shape;504;p32"/>
          <p:cNvSpPr/>
          <p:nvPr/>
        </p:nvSpPr>
        <p:spPr>
          <a:xfrm>
            <a:off x="4757760" y="3814560"/>
            <a:ext cx="3993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0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Built-ins: len(), min(), max(), sum()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53" name="Google Shape;505;p32" descr="image.png"/>
          <p:cNvPicPr/>
          <p:nvPr/>
        </p:nvPicPr>
        <p:blipFill>
          <a:blip r:embed="rId31"/>
          <a:stretch/>
        </p:blipFill>
        <p:spPr>
          <a:xfrm>
            <a:off x="392760" y="4682880"/>
            <a:ext cx="110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Google Shape;506;p32" descr="image.png"/>
          <p:cNvPicPr/>
          <p:nvPr/>
        </p:nvPicPr>
        <p:blipFill>
          <a:blip r:embed="rId32"/>
          <a:stretch/>
        </p:blipFill>
        <p:spPr>
          <a:xfrm>
            <a:off x="4750560" y="4618440"/>
            <a:ext cx="7783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Google Shape;507;p32" descr="image.png"/>
          <p:cNvPicPr/>
          <p:nvPr/>
        </p:nvPicPr>
        <p:blipFill>
          <a:blip r:embed="rId33"/>
          <a:stretch/>
        </p:blipFill>
        <p:spPr>
          <a:xfrm>
            <a:off x="5614920" y="4618440"/>
            <a:ext cx="62820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Google Shape;508;p32" descr="image.png"/>
          <p:cNvPicPr/>
          <p:nvPr/>
        </p:nvPicPr>
        <p:blipFill>
          <a:blip r:embed="rId34"/>
          <a:stretch/>
        </p:blipFill>
        <p:spPr>
          <a:xfrm>
            <a:off x="6329520" y="4618440"/>
            <a:ext cx="7711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Google Shape;509;p32" descr="image.png"/>
          <p:cNvPicPr/>
          <p:nvPr/>
        </p:nvPicPr>
        <p:blipFill>
          <a:blip r:embed="rId35"/>
          <a:stretch/>
        </p:blipFill>
        <p:spPr>
          <a:xfrm>
            <a:off x="7186680" y="4618440"/>
            <a:ext cx="73548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Google Shape;510;p32" descr="image.png"/>
          <p:cNvPicPr/>
          <p:nvPr/>
        </p:nvPicPr>
        <p:blipFill>
          <a:blip r:embed="rId36"/>
          <a:stretch/>
        </p:blipFill>
        <p:spPr>
          <a:xfrm>
            <a:off x="8008200" y="4618440"/>
            <a:ext cx="74268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Google Shape;511;p32"/>
          <p:cNvSpPr/>
          <p:nvPr/>
        </p:nvSpPr>
        <p:spPr>
          <a:xfrm>
            <a:off x="392760" y="2188440"/>
            <a:ext cx="9820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t[0]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Google Shape;512;p32"/>
          <p:cNvSpPr/>
          <p:nvPr/>
        </p:nvSpPr>
        <p:spPr>
          <a:xfrm>
            <a:off x="3339720" y="2188440"/>
            <a:ext cx="10461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t[-1]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Google Shape;513;p32"/>
          <p:cNvSpPr/>
          <p:nvPr/>
        </p:nvSpPr>
        <p:spPr>
          <a:xfrm>
            <a:off x="4865040" y="1350720"/>
            <a:ext cx="3778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t[1:4]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2" name="Google Shape;514;p32" descr="image.png"/>
          <p:cNvPicPr/>
          <p:nvPr/>
        </p:nvPicPr>
        <p:blipFill>
          <a:blip r:embed="rId37"/>
          <a:stretch/>
        </p:blipFill>
        <p:spPr>
          <a:xfrm>
            <a:off x="3450240" y="2831040"/>
            <a:ext cx="88560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Google Shape;515;p32"/>
          <p:cNvSpPr/>
          <p:nvPr/>
        </p:nvSpPr>
        <p:spPr>
          <a:xfrm>
            <a:off x="7272360" y="3273120"/>
            <a:ext cx="147852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JetBrains Mono ExtraBold"/>
                <a:ea typeface="JetBrains Mono ExtraBold"/>
              </a:rPr>
              <a:t>→ →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4" name="Google Shape;516;p32" descr="image.png"/>
          <p:cNvPicPr/>
          <p:nvPr/>
        </p:nvPicPr>
        <p:blipFill>
          <a:blip r:embed="rId38"/>
          <a:stretch/>
        </p:blipFill>
        <p:spPr>
          <a:xfrm>
            <a:off x="4757760" y="3857400"/>
            <a:ext cx="997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Google Shape;517;p32" descr="image.png"/>
          <p:cNvPicPr/>
          <p:nvPr/>
        </p:nvPicPr>
        <p:blipFill>
          <a:blip r:embed="rId39"/>
          <a:stretch/>
        </p:blipFill>
        <p:spPr>
          <a:xfrm>
            <a:off x="4843440" y="46756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Google Shape;518;p32" descr="image.png"/>
          <p:cNvPicPr/>
          <p:nvPr/>
        </p:nvPicPr>
        <p:blipFill>
          <a:blip r:embed="rId40"/>
          <a:stretch/>
        </p:blipFill>
        <p:spPr>
          <a:xfrm>
            <a:off x="5707800" y="46756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Google Shape;519;p32" descr="image.png"/>
          <p:cNvPicPr/>
          <p:nvPr/>
        </p:nvPicPr>
        <p:blipFill>
          <a:blip r:embed="rId41"/>
          <a:stretch/>
        </p:blipFill>
        <p:spPr>
          <a:xfrm>
            <a:off x="6422400" y="46756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Google Shape;520;p32" descr="image.png"/>
          <p:cNvPicPr/>
          <p:nvPr/>
        </p:nvPicPr>
        <p:blipFill>
          <a:blip r:embed="rId42"/>
          <a:stretch/>
        </p:blipFill>
        <p:spPr>
          <a:xfrm>
            <a:off x="7279560" y="46756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Google Shape;521;p32" descr="image.png"/>
          <p:cNvPicPr/>
          <p:nvPr/>
        </p:nvPicPr>
        <p:blipFill>
          <a:blip r:embed="rId43"/>
          <a:stretch/>
        </p:blipFill>
        <p:spPr>
          <a:xfrm>
            <a:off x="8101080" y="4675680"/>
            <a:ext cx="781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Google Shape;522;p32" descr="image.png"/>
          <p:cNvPicPr/>
          <p:nvPr/>
        </p:nvPicPr>
        <p:blipFill>
          <a:blip r:embed="rId44"/>
          <a:stretch/>
        </p:blipFill>
        <p:spPr>
          <a:xfrm>
            <a:off x="392760" y="849960"/>
            <a:ext cx="13536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Google Shape;523;p32"/>
          <p:cNvSpPr/>
          <p:nvPr/>
        </p:nvSpPr>
        <p:spPr>
          <a:xfrm>
            <a:off x="500040" y="1255680"/>
            <a:ext cx="464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+ POS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Google Shape;524;p32"/>
          <p:cNvSpPr/>
          <p:nvPr/>
        </p:nvSpPr>
        <p:spPr>
          <a:xfrm>
            <a:off x="500040" y="1516320"/>
            <a:ext cx="464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VALUE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Google Shape;525;p32"/>
          <p:cNvSpPr/>
          <p:nvPr/>
        </p:nvSpPr>
        <p:spPr>
          <a:xfrm>
            <a:off x="500040" y="1777320"/>
            <a:ext cx="464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b91c1c"/>
                </a:solidFill>
                <a:uFillTx/>
                <a:latin typeface="Plus Jakarta Sans ExtraBold"/>
                <a:ea typeface="Plus Jakarta Sans ExtraBold"/>
              </a:rPr>
              <a:t>- NEG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74" name="Google Shape;526;p32" descr="image.png"/>
          <p:cNvPicPr/>
          <p:nvPr/>
        </p:nvPicPr>
        <p:blipFill>
          <a:blip r:embed="rId45"/>
          <a:stretch/>
        </p:blipFill>
        <p:spPr>
          <a:xfrm>
            <a:off x="835920" y="2147040"/>
            <a:ext cx="5389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Google Shape;527;p32" descr="image.png"/>
          <p:cNvPicPr/>
          <p:nvPr/>
        </p:nvPicPr>
        <p:blipFill>
          <a:blip r:embed="rId46"/>
          <a:stretch/>
        </p:blipFill>
        <p:spPr>
          <a:xfrm>
            <a:off x="3846960" y="2147040"/>
            <a:ext cx="5389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Google Shape;528;p32" descr="image.png"/>
          <p:cNvPicPr/>
          <p:nvPr/>
        </p:nvPicPr>
        <p:blipFill>
          <a:blip r:embed="rId47"/>
          <a:stretch/>
        </p:blipFill>
        <p:spPr>
          <a:xfrm>
            <a:off x="4757760" y="849960"/>
            <a:ext cx="135360" cy="13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Google Shape;529;p32" descr="image.png"/>
          <p:cNvPicPr/>
          <p:nvPr/>
        </p:nvPicPr>
        <p:blipFill>
          <a:blip r:embed="rId48"/>
          <a:stretch/>
        </p:blipFill>
        <p:spPr>
          <a:xfrm>
            <a:off x="5832720" y="1651320"/>
            <a:ext cx="121392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Google Shape;530;p32" descr="image.png"/>
          <p:cNvPicPr/>
          <p:nvPr/>
        </p:nvPicPr>
        <p:blipFill>
          <a:blip r:embed="rId49"/>
          <a:stretch/>
        </p:blipFill>
        <p:spPr>
          <a:xfrm>
            <a:off x="6097320" y="2163960"/>
            <a:ext cx="1314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Google Shape;531;p32" descr="image.png"/>
          <p:cNvPicPr/>
          <p:nvPr/>
        </p:nvPicPr>
        <p:blipFill>
          <a:blip r:embed="rId50"/>
          <a:stretch/>
        </p:blipFill>
        <p:spPr>
          <a:xfrm>
            <a:off x="7693920" y="222588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Google Shape;532;p32" descr="image.png"/>
          <p:cNvPicPr/>
          <p:nvPr/>
        </p:nvPicPr>
        <p:blipFill>
          <a:blip r:embed="rId51"/>
          <a:stretch/>
        </p:blipFill>
        <p:spPr>
          <a:xfrm>
            <a:off x="392760" y="2700720"/>
            <a:ext cx="9972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Google Shape;533;p32"/>
          <p:cNvSpPr/>
          <p:nvPr/>
        </p:nvSpPr>
        <p:spPr>
          <a:xfrm>
            <a:off x="500040" y="3082320"/>
            <a:ext cx="885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Concatenation (+)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2" name="Google Shape;534;p32" descr="image.png"/>
          <p:cNvPicPr/>
          <p:nvPr/>
        </p:nvPicPr>
        <p:blipFill>
          <a:blip r:embed="rId52"/>
          <a:stretch/>
        </p:blipFill>
        <p:spPr>
          <a:xfrm>
            <a:off x="3168360" y="3043080"/>
            <a:ext cx="1110600" cy="2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Google Shape;535;p32"/>
          <p:cNvSpPr/>
          <p:nvPr/>
        </p:nvSpPr>
        <p:spPr>
          <a:xfrm>
            <a:off x="500040" y="3432600"/>
            <a:ext cx="6638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Repetition (*)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4" name="Google Shape;536;p32" descr="image.png"/>
          <p:cNvPicPr/>
          <p:nvPr/>
        </p:nvPicPr>
        <p:blipFill>
          <a:blip r:embed="rId53"/>
          <a:stretch/>
        </p:blipFill>
        <p:spPr>
          <a:xfrm>
            <a:off x="3168360" y="3393000"/>
            <a:ext cx="1110600" cy="2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Google Shape;537;p32"/>
          <p:cNvSpPr/>
          <p:nvPr/>
        </p:nvSpPr>
        <p:spPr>
          <a:xfrm>
            <a:off x="500040" y="3782520"/>
            <a:ext cx="7855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Membership (in)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6" name="Google Shape;538;p32" descr="image.png"/>
          <p:cNvPicPr/>
          <p:nvPr/>
        </p:nvPicPr>
        <p:blipFill>
          <a:blip r:embed="rId54"/>
          <a:stretch/>
        </p:blipFill>
        <p:spPr>
          <a:xfrm>
            <a:off x="3682440" y="3743280"/>
            <a:ext cx="59616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Google Shape;539;p32" descr="image.png"/>
          <p:cNvPicPr/>
          <p:nvPr/>
        </p:nvPicPr>
        <p:blipFill>
          <a:blip r:embed="rId55"/>
          <a:stretch/>
        </p:blipFill>
        <p:spPr>
          <a:xfrm>
            <a:off x="4757760" y="2700720"/>
            <a:ext cx="13536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Google Shape;540;p32"/>
          <p:cNvSpPr/>
          <p:nvPr/>
        </p:nvSpPr>
        <p:spPr>
          <a:xfrm>
            <a:off x="4865040" y="318456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9" name="Google Shape;541;p32"/>
          <p:cNvSpPr/>
          <p:nvPr/>
        </p:nvSpPr>
        <p:spPr>
          <a:xfrm>
            <a:off x="5443560" y="3184560"/>
            <a:ext cx="1281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Google Shape;542;p32"/>
          <p:cNvSpPr/>
          <p:nvPr/>
        </p:nvSpPr>
        <p:spPr>
          <a:xfrm>
            <a:off x="5700600" y="318456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Google Shape;543;p32"/>
          <p:cNvSpPr/>
          <p:nvPr/>
        </p:nvSpPr>
        <p:spPr>
          <a:xfrm>
            <a:off x="6022080" y="318456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"B"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Google Shape;544;p32"/>
          <p:cNvSpPr/>
          <p:nvPr/>
        </p:nvSpPr>
        <p:spPr>
          <a:xfrm>
            <a:off x="6343560" y="318456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"C"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Google Shape;545;p32"/>
          <p:cNvSpPr/>
          <p:nvPr/>
        </p:nvSpPr>
        <p:spPr>
          <a:xfrm>
            <a:off x="5122080" y="3334680"/>
            <a:ext cx="3211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94" name="Google Shape;546;p32" descr="image.png"/>
          <p:cNvPicPr/>
          <p:nvPr/>
        </p:nvPicPr>
        <p:blipFill>
          <a:blip r:embed="rId56"/>
          <a:stretch/>
        </p:blipFill>
        <p:spPr>
          <a:xfrm>
            <a:off x="7272360" y="3227400"/>
            <a:ext cx="36396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Google Shape;547;p32" descr="image.png"/>
          <p:cNvPicPr/>
          <p:nvPr/>
        </p:nvPicPr>
        <p:blipFill>
          <a:blip r:embed="rId57"/>
          <a:stretch/>
        </p:blipFill>
        <p:spPr>
          <a:xfrm>
            <a:off x="7829640" y="3227400"/>
            <a:ext cx="36396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Google Shape;548;p32" descr="image.png"/>
          <p:cNvPicPr/>
          <p:nvPr/>
        </p:nvPicPr>
        <p:blipFill>
          <a:blip r:embed="rId58"/>
          <a:stretch/>
        </p:blipFill>
        <p:spPr>
          <a:xfrm>
            <a:off x="8386920" y="3227400"/>
            <a:ext cx="363960" cy="21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553;p3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Google Shape;554;p33" descr="image.png"/>
          <p:cNvPicPr/>
          <p:nvPr/>
        </p:nvPicPr>
        <p:blipFill>
          <a:blip r:embed="rId2"/>
          <a:stretch/>
        </p:blipFill>
        <p:spPr>
          <a:xfrm>
            <a:off x="257040" y="3800520"/>
            <a:ext cx="862920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oogle Shape;555;p33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896000" cy="139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Google Shape;556;p33" descr="image.png"/>
          <p:cNvPicPr/>
          <p:nvPr/>
        </p:nvPicPr>
        <p:blipFill>
          <a:blip r:embed="rId4"/>
          <a:stretch/>
        </p:blipFill>
        <p:spPr>
          <a:xfrm>
            <a:off x="5267880" y="714240"/>
            <a:ext cx="3618720" cy="139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Google Shape;557;p33" descr="image.png"/>
          <p:cNvPicPr/>
          <p:nvPr/>
        </p:nvPicPr>
        <p:blipFill>
          <a:blip r:embed="rId5"/>
          <a:stretch/>
        </p:blipFill>
        <p:spPr>
          <a:xfrm>
            <a:off x="257040" y="2364480"/>
            <a:ext cx="280944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2" name="Google Shape;558;p33" descr="image.png"/>
          <p:cNvPicPr/>
          <p:nvPr/>
        </p:nvPicPr>
        <p:blipFill>
          <a:blip r:embed="rId6"/>
          <a:stretch/>
        </p:blipFill>
        <p:spPr>
          <a:xfrm>
            <a:off x="3166920" y="2364480"/>
            <a:ext cx="280944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Google Shape;559;p33" descr="image.png"/>
          <p:cNvPicPr/>
          <p:nvPr/>
        </p:nvPicPr>
        <p:blipFill>
          <a:blip r:embed="rId7"/>
          <a:stretch/>
        </p:blipFill>
        <p:spPr>
          <a:xfrm>
            <a:off x="6076800" y="2364480"/>
            <a:ext cx="280944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Google Shape;560;p33" descr="image.png"/>
          <p:cNvPicPr/>
          <p:nvPr/>
        </p:nvPicPr>
        <p:blipFill>
          <a:blip r:embed="rId8"/>
          <a:stretch/>
        </p:blipFill>
        <p:spPr>
          <a:xfrm>
            <a:off x="5410440" y="1223640"/>
            <a:ext cx="3354480" cy="37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Google Shape;561;p33" descr="image.png"/>
          <p:cNvPicPr/>
          <p:nvPr/>
        </p:nvPicPr>
        <p:blipFill>
          <a:blip r:embed="rId9"/>
          <a:stretch/>
        </p:blipFill>
        <p:spPr>
          <a:xfrm>
            <a:off x="364320" y="2655360"/>
            <a:ext cx="2595240" cy="63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6" name="Google Shape;562;p33" descr="image.png"/>
          <p:cNvPicPr/>
          <p:nvPr/>
        </p:nvPicPr>
        <p:blipFill>
          <a:blip r:embed="rId10"/>
          <a:stretch/>
        </p:blipFill>
        <p:spPr>
          <a:xfrm>
            <a:off x="3274200" y="2786760"/>
            <a:ext cx="2595240" cy="36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Google Shape;563;p33" descr="image.png"/>
          <p:cNvPicPr/>
          <p:nvPr/>
        </p:nvPicPr>
        <p:blipFill>
          <a:blip r:embed="rId11"/>
          <a:stretch/>
        </p:blipFill>
        <p:spPr>
          <a:xfrm>
            <a:off x="6184080" y="2751120"/>
            <a:ext cx="2595240" cy="36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Google Shape;564;p33" descr="image.png"/>
          <p:cNvPicPr/>
          <p:nvPr/>
        </p:nvPicPr>
        <p:blipFill>
          <a:blip r:embed="rId12"/>
          <a:stretch/>
        </p:blipFill>
        <p:spPr>
          <a:xfrm>
            <a:off x="399960" y="1230120"/>
            <a:ext cx="1781280" cy="3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Google Shape;565;p33" descr="image.png"/>
          <p:cNvPicPr/>
          <p:nvPr/>
        </p:nvPicPr>
        <p:blipFill>
          <a:blip r:embed="rId13"/>
          <a:stretch/>
        </p:blipFill>
        <p:spPr>
          <a:xfrm>
            <a:off x="2267280" y="1314720"/>
            <a:ext cx="2764440" cy="2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Google Shape;566;p33" descr="image.png"/>
          <p:cNvPicPr/>
          <p:nvPr/>
        </p:nvPicPr>
        <p:blipFill>
          <a:blip r:embed="rId14"/>
          <a:stretch/>
        </p:blipFill>
        <p:spPr>
          <a:xfrm>
            <a:off x="6800760" y="257040"/>
            <a:ext cx="20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Google Shape;567;p33"/>
          <p:cNvSpPr/>
          <p:nvPr/>
        </p:nvSpPr>
        <p:spPr>
          <a:xfrm>
            <a:off x="257040" y="309240"/>
            <a:ext cx="520920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IMMUTABILITY, PATTERNS &amp; COMPARISON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Google Shape;568;p33"/>
          <p:cNvSpPr/>
          <p:nvPr/>
        </p:nvSpPr>
        <p:spPr>
          <a:xfrm>
            <a:off x="2071800" y="3906000"/>
            <a:ext cx="66934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 vs. Tuple Comparison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13" name="Google Shape;569;p33"/>
          <p:cNvGraphicFramePr/>
          <p:nvPr/>
        </p:nvGraphicFramePr>
        <p:xfrm>
          <a:off x="378720" y="4296960"/>
          <a:ext cx="8386560" cy="55332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2036520"/>
                <a:gridCol w="1153440"/>
                <a:gridCol w="1433880"/>
                <a:gridCol w="3762000"/>
              </a:tblGrid>
              <a:tr h="1843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FEATURE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LIST [ ]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TUPLE ( 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DICTIONARY KEY HASHABILITY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843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Mutability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Mutable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Immutable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List: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Never allowed as Key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1843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Add / Remove / Reassign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Supported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641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Not Supported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641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Tuple: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Allowed ONLY if all elements are hashable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570;p33"/>
          <p:cNvSpPr/>
          <p:nvPr/>
        </p:nvSpPr>
        <p:spPr>
          <a:xfrm>
            <a:off x="1878840" y="848520"/>
            <a:ext cx="31528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991b1b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991b1b"/>
                </a:solidFill>
                <a:uFillTx/>
                <a:latin typeface="Plus Jakarta Sans ExtraBold"/>
                <a:ea typeface="Plus Jakarta Sans ExtraBold"/>
              </a:rPr>
              <a:t>Reassignment Attempt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Google Shape;571;p33"/>
          <p:cNvSpPr/>
          <p:nvPr/>
        </p:nvSpPr>
        <p:spPr>
          <a:xfrm>
            <a:off x="399960" y="1856520"/>
            <a:ext cx="463176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del t[0]  del t 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Google Shape;572;p33"/>
          <p:cNvSpPr/>
          <p:nvPr/>
        </p:nvSpPr>
        <p:spPr>
          <a:xfrm>
            <a:off x="6725160" y="806400"/>
            <a:ext cx="20397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Immutability Nuance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Google Shape;573;p33"/>
          <p:cNvSpPr/>
          <p:nvPr/>
        </p:nvSpPr>
        <p:spPr>
          <a:xfrm>
            <a:off x="5410440" y="1818360"/>
            <a:ext cx="33541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78350f"/>
                </a:solidFill>
                <a:uFillTx/>
                <a:latin typeface="Plus Jakarta Sans SemiBold"/>
                <a:ea typeface="Plus Jakarta Sans SemiBold"/>
              </a:rPr>
              <a:t>Reference is fixed, but nested mutable objects inside can still be changed.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Google Shape;574;p33"/>
          <p:cNvSpPr/>
          <p:nvPr/>
        </p:nvSpPr>
        <p:spPr>
          <a:xfrm>
            <a:off x="557280" y="2463120"/>
            <a:ext cx="24022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PACKING &amp; UNPACKING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Google Shape;575;p33"/>
          <p:cNvSpPr/>
          <p:nvPr/>
        </p:nvSpPr>
        <p:spPr>
          <a:xfrm>
            <a:off x="364320" y="3343320"/>
            <a:ext cx="25952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Variables match positionally.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Google Shape;576;p33"/>
          <p:cNvSpPr/>
          <p:nvPr/>
        </p:nvSpPr>
        <p:spPr>
          <a:xfrm>
            <a:off x="3438360" y="2463120"/>
            <a:ext cx="24307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SWAPPING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Google Shape;577;p33"/>
          <p:cNvSpPr/>
          <p:nvPr/>
        </p:nvSpPr>
        <p:spPr>
          <a:xfrm>
            <a:off x="3274200" y="3336120"/>
            <a:ext cx="259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a → 20 b → 10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Google Shape;578;p33"/>
          <p:cNvSpPr/>
          <p:nvPr/>
        </p:nvSpPr>
        <p:spPr>
          <a:xfrm>
            <a:off x="6362640" y="2463120"/>
            <a:ext cx="24166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 NESTED TUPLES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Google Shape;579;p33"/>
          <p:cNvSpPr/>
          <p:nvPr/>
        </p:nvSpPr>
        <p:spPr>
          <a:xfrm>
            <a:off x="6184080" y="3295440"/>
            <a:ext cx="25952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[0]=Inner, [1]=Score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24" name="Google Shape;580;p33" descr="image.png"/>
          <p:cNvPicPr/>
          <p:nvPr/>
        </p:nvPicPr>
        <p:blipFill>
          <a:blip r:embed="rId15"/>
          <a:stretch/>
        </p:blipFill>
        <p:spPr>
          <a:xfrm>
            <a:off x="5572080" y="3893400"/>
            <a:ext cx="3192840" cy="16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Google Shape;581;p33"/>
          <p:cNvSpPr/>
          <p:nvPr/>
        </p:nvSpPr>
        <p:spPr>
          <a:xfrm>
            <a:off x="378720" y="4457880"/>
            <a:ext cx="20365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Google Shape;582;p33"/>
          <p:cNvSpPr/>
          <p:nvPr/>
        </p:nvSpPr>
        <p:spPr>
          <a:xfrm>
            <a:off x="2415600" y="4457880"/>
            <a:ext cx="11530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Google Shape;583;p33"/>
          <p:cNvSpPr/>
          <p:nvPr/>
        </p:nvSpPr>
        <p:spPr>
          <a:xfrm>
            <a:off x="3569040" y="4457880"/>
            <a:ext cx="14338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Google Shape;584;p33"/>
          <p:cNvSpPr/>
          <p:nvPr/>
        </p:nvSpPr>
        <p:spPr>
          <a:xfrm>
            <a:off x="5002920" y="4457880"/>
            <a:ext cx="376200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29" name="Google Shape;585;p33" descr="image.png"/>
          <p:cNvPicPr/>
          <p:nvPr/>
        </p:nvPicPr>
        <p:blipFill>
          <a:blip r:embed="rId16"/>
          <a:stretch/>
        </p:blipFill>
        <p:spPr>
          <a:xfrm>
            <a:off x="4153320" y="807120"/>
            <a:ext cx="878400" cy="22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Google Shape;586;p33" descr="image.png"/>
          <p:cNvPicPr/>
          <p:nvPr/>
        </p:nvPicPr>
        <p:blipFill>
          <a:blip r:embed="rId17"/>
          <a:stretch/>
        </p:blipFill>
        <p:spPr>
          <a:xfrm>
            <a:off x="8272440" y="807120"/>
            <a:ext cx="49248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Google Shape;587;p33"/>
          <p:cNvSpPr/>
          <p:nvPr/>
        </p:nvSpPr>
        <p:spPr>
          <a:xfrm>
            <a:off x="5846400" y="127368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Google Shape;588;p33"/>
          <p:cNvSpPr/>
          <p:nvPr/>
        </p:nvSpPr>
        <p:spPr>
          <a:xfrm>
            <a:off x="6017760" y="127368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Google Shape;589;p33"/>
          <p:cNvSpPr/>
          <p:nvPr/>
        </p:nvSpPr>
        <p:spPr>
          <a:xfrm>
            <a:off x="6246360" y="127368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Google Shape;590;p33"/>
          <p:cNvSpPr/>
          <p:nvPr/>
        </p:nvSpPr>
        <p:spPr>
          <a:xfrm>
            <a:off x="5617800" y="141372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Google Shape;591;p33"/>
          <p:cNvSpPr/>
          <p:nvPr/>
        </p:nvSpPr>
        <p:spPr>
          <a:xfrm>
            <a:off x="5789160" y="1413720"/>
            <a:ext cx="9140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append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Google Shape;592;p33"/>
          <p:cNvSpPr/>
          <p:nvPr/>
        </p:nvSpPr>
        <p:spPr>
          <a:xfrm>
            <a:off x="6189120" y="141372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Google Shape;593;p33"/>
          <p:cNvSpPr/>
          <p:nvPr/>
        </p:nvSpPr>
        <p:spPr>
          <a:xfrm>
            <a:off x="6360840" y="1413720"/>
            <a:ext cx="1216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8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([1, 2, 4], 3)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38" name="Google Shape;594;p33" descr="image.png"/>
          <p:cNvPicPr/>
          <p:nvPr/>
        </p:nvPicPr>
        <p:blipFill>
          <a:blip r:embed="rId18"/>
          <a:stretch/>
        </p:blipFill>
        <p:spPr>
          <a:xfrm>
            <a:off x="364320" y="2475360"/>
            <a:ext cx="14256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Google Shape;595;p33"/>
          <p:cNvSpPr/>
          <p:nvPr/>
        </p:nvSpPr>
        <p:spPr>
          <a:xfrm>
            <a:off x="442800" y="2705400"/>
            <a:ext cx="1474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8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Packing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Google Shape;596;p33"/>
          <p:cNvSpPr/>
          <p:nvPr/>
        </p:nvSpPr>
        <p:spPr>
          <a:xfrm>
            <a:off x="843120" y="2840400"/>
            <a:ext cx="8143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"Vamshi"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Google Shape;597;p33"/>
          <p:cNvSpPr/>
          <p:nvPr/>
        </p:nvSpPr>
        <p:spPr>
          <a:xfrm>
            <a:off x="1414440" y="2840400"/>
            <a:ext cx="4924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22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Google Shape;598;p33"/>
          <p:cNvSpPr/>
          <p:nvPr/>
        </p:nvSpPr>
        <p:spPr>
          <a:xfrm>
            <a:off x="1643040" y="2840400"/>
            <a:ext cx="8143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"AI"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Google Shape;599;p33"/>
          <p:cNvSpPr/>
          <p:nvPr/>
        </p:nvSpPr>
        <p:spPr>
          <a:xfrm>
            <a:off x="442800" y="2975400"/>
            <a:ext cx="1153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8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Unpacking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44" name="Google Shape;600;p33" descr="image.png"/>
          <p:cNvPicPr/>
          <p:nvPr/>
        </p:nvPicPr>
        <p:blipFill>
          <a:blip r:embed="rId19"/>
          <a:stretch/>
        </p:blipFill>
        <p:spPr>
          <a:xfrm>
            <a:off x="3274200" y="24753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Google Shape;601;p33"/>
          <p:cNvSpPr/>
          <p:nvPr/>
        </p:nvSpPr>
        <p:spPr>
          <a:xfrm>
            <a:off x="3753000" y="2836800"/>
            <a:ext cx="6260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Google Shape;602;p33"/>
          <p:cNvSpPr/>
          <p:nvPr/>
        </p:nvSpPr>
        <p:spPr>
          <a:xfrm>
            <a:off x="3981600" y="2836800"/>
            <a:ext cx="5677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Google Shape;603;p33"/>
          <p:cNvSpPr/>
          <p:nvPr/>
        </p:nvSpPr>
        <p:spPr>
          <a:xfrm>
            <a:off x="4038480" y="2971800"/>
            <a:ext cx="1064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8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Tuple Swap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48" name="Google Shape;604;p33" descr="image.png"/>
          <p:cNvPicPr/>
          <p:nvPr/>
        </p:nvPicPr>
        <p:blipFill>
          <a:blip r:embed="rId20"/>
          <a:stretch/>
        </p:blipFill>
        <p:spPr>
          <a:xfrm>
            <a:off x="6184080" y="2475360"/>
            <a:ext cx="12816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Google Shape;605;p33"/>
          <p:cNvSpPr/>
          <p:nvPr/>
        </p:nvSpPr>
        <p:spPr>
          <a:xfrm>
            <a:off x="6777000" y="2801160"/>
            <a:ext cx="3294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Google Shape;606;p33"/>
          <p:cNvSpPr/>
          <p:nvPr/>
        </p:nvSpPr>
        <p:spPr>
          <a:xfrm>
            <a:off x="7062840" y="2801160"/>
            <a:ext cx="4388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90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Google Shape;607;p33"/>
          <p:cNvSpPr/>
          <p:nvPr/>
        </p:nvSpPr>
        <p:spPr>
          <a:xfrm>
            <a:off x="7405560" y="2801160"/>
            <a:ext cx="514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"B"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2" name="Google Shape;608;p33"/>
          <p:cNvSpPr/>
          <p:nvPr/>
        </p:nvSpPr>
        <p:spPr>
          <a:xfrm>
            <a:off x="7691400" y="2801160"/>
            <a:ext cx="3952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85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Google Shape;609;p33"/>
          <p:cNvSpPr/>
          <p:nvPr/>
        </p:nvSpPr>
        <p:spPr>
          <a:xfrm>
            <a:off x="7005600" y="2936160"/>
            <a:ext cx="3294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Google Shape;610;p33"/>
          <p:cNvSpPr/>
          <p:nvPr/>
        </p:nvSpPr>
        <p:spPr>
          <a:xfrm>
            <a:off x="7176960" y="29361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5" name="Google Shape;611;p33" descr="image.png"/>
          <p:cNvPicPr/>
          <p:nvPr/>
        </p:nvPicPr>
        <p:blipFill>
          <a:blip r:embed="rId21"/>
          <a:stretch/>
        </p:blipFill>
        <p:spPr>
          <a:xfrm>
            <a:off x="8340480" y="3264840"/>
            <a:ext cx="43884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Google Shape;612;p33" descr="image.png"/>
          <p:cNvPicPr/>
          <p:nvPr/>
        </p:nvPicPr>
        <p:blipFill>
          <a:blip r:embed="rId22"/>
          <a:stretch/>
        </p:blipFill>
        <p:spPr>
          <a:xfrm>
            <a:off x="378720" y="392904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Google Shape;613;p33"/>
          <p:cNvSpPr/>
          <p:nvPr/>
        </p:nvSpPr>
        <p:spPr>
          <a:xfrm>
            <a:off x="378720" y="4652280"/>
            <a:ext cx="20365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8" name="Google Shape;614;p33"/>
          <p:cNvSpPr/>
          <p:nvPr/>
        </p:nvSpPr>
        <p:spPr>
          <a:xfrm>
            <a:off x="2415600" y="4652280"/>
            <a:ext cx="1153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Google Shape;615;p33"/>
          <p:cNvSpPr/>
          <p:nvPr/>
        </p:nvSpPr>
        <p:spPr>
          <a:xfrm>
            <a:off x="3569040" y="4652280"/>
            <a:ext cx="14338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Google Shape;616;p33"/>
          <p:cNvSpPr/>
          <p:nvPr/>
        </p:nvSpPr>
        <p:spPr>
          <a:xfrm>
            <a:off x="5002920" y="4652280"/>
            <a:ext cx="37620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61" name="Google Shape;617;p33" descr="image.png"/>
          <p:cNvPicPr/>
          <p:nvPr/>
        </p:nvPicPr>
        <p:blipFill>
          <a:blip r:embed="rId23"/>
          <a:stretch/>
        </p:blipFill>
        <p:spPr>
          <a:xfrm>
            <a:off x="399960" y="87156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Google Shape;618;p33" descr="image.png"/>
          <p:cNvPicPr/>
          <p:nvPr/>
        </p:nvPicPr>
        <p:blipFill>
          <a:blip r:embed="rId24"/>
          <a:stretch/>
        </p:blipFill>
        <p:spPr>
          <a:xfrm>
            <a:off x="4239000" y="862560"/>
            <a:ext cx="85320" cy="11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Google Shape;619;p33"/>
          <p:cNvSpPr/>
          <p:nvPr/>
        </p:nvSpPr>
        <p:spPr>
          <a:xfrm>
            <a:off x="814320" y="1280160"/>
            <a:ext cx="1281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Google Shape;620;p33"/>
          <p:cNvSpPr/>
          <p:nvPr/>
        </p:nvSpPr>
        <p:spPr>
          <a:xfrm>
            <a:off x="1071720" y="1280160"/>
            <a:ext cx="1281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Google Shape;621;p33"/>
          <p:cNvSpPr/>
          <p:nvPr/>
        </p:nvSpPr>
        <p:spPr>
          <a:xfrm>
            <a:off x="1328760" y="1280160"/>
            <a:ext cx="1281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Google Shape;622;p33"/>
          <p:cNvSpPr/>
          <p:nvPr/>
        </p:nvSpPr>
        <p:spPr>
          <a:xfrm>
            <a:off x="621360" y="1425240"/>
            <a:ext cx="64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Google Shape;623;p33"/>
          <p:cNvSpPr/>
          <p:nvPr/>
        </p:nvSpPr>
        <p:spPr>
          <a:xfrm>
            <a:off x="942840" y="142524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Google Shape;624;p33"/>
          <p:cNvSpPr/>
          <p:nvPr/>
        </p:nvSpPr>
        <p:spPr>
          <a:xfrm>
            <a:off x="1200240" y="1425240"/>
            <a:ext cx="514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8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Error!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Google Shape;625;p33"/>
          <p:cNvSpPr/>
          <p:nvPr/>
        </p:nvSpPr>
        <p:spPr>
          <a:xfrm>
            <a:off x="2346120" y="1364760"/>
            <a:ext cx="478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TypeError: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70" name="Google Shape;626;p33" descr="image.png"/>
          <p:cNvPicPr/>
          <p:nvPr/>
        </p:nvPicPr>
        <p:blipFill>
          <a:blip r:embed="rId25"/>
          <a:stretch/>
        </p:blipFill>
        <p:spPr>
          <a:xfrm>
            <a:off x="1000080" y="1821600"/>
            <a:ext cx="81396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Google Shape;627;p33" descr="image.png"/>
          <p:cNvPicPr/>
          <p:nvPr/>
        </p:nvPicPr>
        <p:blipFill>
          <a:blip r:embed="rId26"/>
          <a:stretch/>
        </p:blipFill>
        <p:spPr>
          <a:xfrm>
            <a:off x="3910320" y="1821600"/>
            <a:ext cx="112104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2" name="Google Shape;628;p33" descr="image.png"/>
          <p:cNvPicPr/>
          <p:nvPr/>
        </p:nvPicPr>
        <p:blipFill>
          <a:blip r:embed="rId27"/>
          <a:stretch/>
        </p:blipFill>
        <p:spPr>
          <a:xfrm>
            <a:off x="5410440" y="832320"/>
            <a:ext cx="78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Google Shape;629;p33" descr="image.png"/>
          <p:cNvPicPr/>
          <p:nvPr/>
        </p:nvPicPr>
        <p:blipFill>
          <a:blip r:embed="rId28"/>
          <a:stretch/>
        </p:blipFill>
        <p:spPr>
          <a:xfrm>
            <a:off x="2472480" y="47095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Google Shape;630;p33" descr="image.png"/>
          <p:cNvPicPr/>
          <p:nvPr/>
        </p:nvPicPr>
        <p:blipFill>
          <a:blip r:embed="rId29"/>
          <a:stretch/>
        </p:blipFill>
        <p:spPr>
          <a:xfrm>
            <a:off x="3626280" y="4709520"/>
            <a:ext cx="78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Google Shape;631;p33" descr="image.png"/>
          <p:cNvPicPr/>
          <p:nvPr/>
        </p:nvPicPr>
        <p:blipFill>
          <a:blip r:embed="rId30"/>
          <a:stretch/>
        </p:blipFill>
        <p:spPr>
          <a:xfrm>
            <a:off x="3626280" y="451476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Google Shape;632;p33" descr="image.png"/>
          <p:cNvPicPr/>
          <p:nvPr/>
        </p:nvPicPr>
        <p:blipFill>
          <a:blip r:embed="rId31"/>
          <a:stretch/>
        </p:blipFill>
        <p:spPr>
          <a:xfrm>
            <a:off x="2472480" y="451476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Google Shape;633;p33" descr="image.png"/>
          <p:cNvPicPr/>
          <p:nvPr/>
        </p:nvPicPr>
        <p:blipFill>
          <a:blip r:embed="rId32"/>
          <a:stretch/>
        </p:blipFill>
        <p:spPr>
          <a:xfrm>
            <a:off x="2472480" y="451476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8" name="Google Shape;634;p33" descr="image.png"/>
          <p:cNvPicPr/>
          <p:nvPr/>
        </p:nvPicPr>
        <p:blipFill>
          <a:blip r:embed="rId33"/>
          <a:stretch/>
        </p:blipFill>
        <p:spPr>
          <a:xfrm>
            <a:off x="3626280" y="451476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Google Shape;635;p33" descr="image.png"/>
          <p:cNvPicPr/>
          <p:nvPr/>
        </p:nvPicPr>
        <p:blipFill>
          <a:blip r:embed="rId34"/>
          <a:stretch/>
        </p:blipFill>
        <p:spPr>
          <a:xfrm>
            <a:off x="2472480" y="47095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Google Shape;636;p33" descr="image.png"/>
          <p:cNvPicPr/>
          <p:nvPr/>
        </p:nvPicPr>
        <p:blipFill>
          <a:blip r:embed="rId35"/>
          <a:stretch/>
        </p:blipFill>
        <p:spPr>
          <a:xfrm>
            <a:off x="3626280" y="4709520"/>
            <a:ext cx="78120" cy="10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641;p3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Google Shape;642;p34" descr="image.png"/>
          <p:cNvPicPr/>
          <p:nvPr/>
        </p:nvPicPr>
        <p:blipFill>
          <a:blip r:embed="rId2"/>
          <a:stretch/>
        </p:blipFill>
        <p:spPr>
          <a:xfrm>
            <a:off x="257040" y="3886200"/>
            <a:ext cx="862920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Google Shape;643;p34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722480" cy="275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4" name="Google Shape;644;p34" descr="image.png"/>
          <p:cNvPicPr/>
          <p:nvPr/>
        </p:nvPicPr>
        <p:blipFill>
          <a:blip r:embed="rId4"/>
          <a:stretch/>
        </p:blipFill>
        <p:spPr>
          <a:xfrm>
            <a:off x="392760" y="1221480"/>
            <a:ext cx="4451040" cy="159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5" name="Google Shape;645;p34" descr="image.png"/>
          <p:cNvPicPr/>
          <p:nvPr/>
        </p:nvPicPr>
        <p:blipFill>
          <a:blip r:embed="rId5"/>
          <a:stretch/>
        </p:blipFill>
        <p:spPr>
          <a:xfrm>
            <a:off x="392760" y="4379040"/>
            <a:ext cx="244332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Google Shape;646;p34" descr="image.png"/>
          <p:cNvPicPr/>
          <p:nvPr/>
        </p:nvPicPr>
        <p:blipFill>
          <a:blip r:embed="rId6"/>
          <a:stretch/>
        </p:blipFill>
        <p:spPr>
          <a:xfrm>
            <a:off x="2922480" y="4379040"/>
            <a:ext cx="329868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7" name="Google Shape;647;p34" descr="image.png"/>
          <p:cNvPicPr/>
          <p:nvPr/>
        </p:nvPicPr>
        <p:blipFill>
          <a:blip r:embed="rId7"/>
          <a:stretch/>
        </p:blipFill>
        <p:spPr>
          <a:xfrm>
            <a:off x="6307200" y="4379040"/>
            <a:ext cx="244332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8" name="Google Shape;648;p34" descr="image.png"/>
          <p:cNvPicPr/>
          <p:nvPr/>
        </p:nvPicPr>
        <p:blipFill>
          <a:blip r:embed="rId8"/>
          <a:stretch/>
        </p:blipFill>
        <p:spPr>
          <a:xfrm>
            <a:off x="1621800" y="1557360"/>
            <a:ext cx="335520" cy="29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Google Shape;649;p34" descr="image.png"/>
          <p:cNvPicPr/>
          <p:nvPr/>
        </p:nvPicPr>
        <p:blipFill>
          <a:blip r:embed="rId9"/>
          <a:stretch/>
        </p:blipFill>
        <p:spPr>
          <a:xfrm>
            <a:off x="2029320" y="1557360"/>
            <a:ext cx="335520" cy="29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Google Shape;650;p34" descr="image.png"/>
          <p:cNvPicPr/>
          <p:nvPr/>
        </p:nvPicPr>
        <p:blipFill>
          <a:blip r:embed="rId10"/>
          <a:stretch/>
        </p:blipFill>
        <p:spPr>
          <a:xfrm>
            <a:off x="2436480" y="1557360"/>
            <a:ext cx="335520" cy="29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Google Shape;651;p34" descr="image.png"/>
          <p:cNvPicPr/>
          <p:nvPr/>
        </p:nvPicPr>
        <p:blipFill>
          <a:blip r:embed="rId11"/>
          <a:stretch/>
        </p:blipFill>
        <p:spPr>
          <a:xfrm>
            <a:off x="2843640" y="1542960"/>
            <a:ext cx="363960" cy="32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Google Shape;652;p34" descr="image.png"/>
          <p:cNvPicPr/>
          <p:nvPr/>
        </p:nvPicPr>
        <p:blipFill>
          <a:blip r:embed="rId12"/>
          <a:stretch/>
        </p:blipFill>
        <p:spPr>
          <a:xfrm>
            <a:off x="3279240" y="1557360"/>
            <a:ext cx="335520" cy="29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3" name="Google Shape;653;p34" descr="image.png"/>
          <p:cNvPicPr/>
          <p:nvPr/>
        </p:nvPicPr>
        <p:blipFill>
          <a:blip r:embed="rId13"/>
          <a:stretch/>
        </p:blipFill>
        <p:spPr>
          <a:xfrm>
            <a:off x="2025720" y="2428920"/>
            <a:ext cx="118548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4" name="Google Shape;654;p34" descr="image.png"/>
          <p:cNvPicPr/>
          <p:nvPr/>
        </p:nvPicPr>
        <p:blipFill>
          <a:blip r:embed="rId14"/>
          <a:stretch/>
        </p:blipFill>
        <p:spPr>
          <a:xfrm>
            <a:off x="6972480" y="257040"/>
            <a:ext cx="191412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Google Shape;655;p34"/>
          <p:cNvSpPr/>
          <p:nvPr/>
        </p:nvSpPr>
        <p:spPr>
          <a:xfrm>
            <a:off x="257040" y="309240"/>
            <a:ext cx="22197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SETS IN PYTHON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96" name="Google Shape;656;p34" descr="image.png"/>
          <p:cNvPicPr/>
          <p:nvPr/>
        </p:nvPicPr>
        <p:blipFill>
          <a:blip r:embed="rId15"/>
          <a:stretch/>
        </p:blipFill>
        <p:spPr>
          <a:xfrm>
            <a:off x="7079400" y="31968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Google Shape;657;p34"/>
          <p:cNvSpPr/>
          <p:nvPr/>
        </p:nvSpPr>
        <p:spPr>
          <a:xfrm>
            <a:off x="1804680" y="4024080"/>
            <a:ext cx="69462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How a Set is Created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Google Shape;658;p34"/>
          <p:cNvSpPr/>
          <p:nvPr/>
        </p:nvSpPr>
        <p:spPr>
          <a:xfrm>
            <a:off x="684000" y="849960"/>
            <a:ext cx="41601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Automatic Deduplication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numbers = {1, 2, 3, 3, 4}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99" name="Google Shape;659;p34" descr="image.png"/>
          <p:cNvPicPr/>
          <p:nvPr/>
        </p:nvPicPr>
        <p:blipFill>
          <a:blip r:embed="rId16"/>
          <a:stretch/>
        </p:blipFill>
        <p:spPr>
          <a:xfrm>
            <a:off x="392760" y="2979000"/>
            <a:ext cx="4451040" cy="34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0" name="Google Shape;660;p34" descr="image.png"/>
          <p:cNvPicPr/>
          <p:nvPr/>
        </p:nvPicPr>
        <p:blipFill>
          <a:blip r:embed="rId17"/>
          <a:stretch/>
        </p:blipFill>
        <p:spPr>
          <a:xfrm>
            <a:off x="5108400" y="7142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Google Shape;661;p34" descr="image.png"/>
          <p:cNvPicPr/>
          <p:nvPr/>
        </p:nvPicPr>
        <p:blipFill>
          <a:blip r:embed="rId18"/>
          <a:stretch/>
        </p:blipFill>
        <p:spPr>
          <a:xfrm>
            <a:off x="5108400" y="14198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Google Shape;662;p34" descr="image.png"/>
          <p:cNvPicPr/>
          <p:nvPr/>
        </p:nvPicPr>
        <p:blipFill>
          <a:blip r:embed="rId19"/>
          <a:stretch/>
        </p:blipFill>
        <p:spPr>
          <a:xfrm>
            <a:off x="5108400" y="21254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Google Shape;663;p34" descr="image.png"/>
          <p:cNvPicPr/>
          <p:nvPr/>
        </p:nvPicPr>
        <p:blipFill>
          <a:blip r:embed="rId20"/>
          <a:stretch/>
        </p:blipFill>
        <p:spPr>
          <a:xfrm>
            <a:off x="5108400" y="283068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Google Shape;664;p34" descr="image.png"/>
          <p:cNvPicPr/>
          <p:nvPr/>
        </p:nvPicPr>
        <p:blipFill>
          <a:blip r:embed="rId21"/>
          <a:stretch/>
        </p:blipFill>
        <p:spPr>
          <a:xfrm>
            <a:off x="6172200" y="3979080"/>
            <a:ext cx="25786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Google Shape;665;p34"/>
          <p:cNvSpPr/>
          <p:nvPr/>
        </p:nvSpPr>
        <p:spPr>
          <a:xfrm>
            <a:off x="1616760" y="1343160"/>
            <a:ext cx="20034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INPUT RAW DATA (CONTAINS DUPLICATE)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Google Shape;666;p34"/>
          <p:cNvSpPr/>
          <p:nvPr/>
        </p:nvSpPr>
        <p:spPr>
          <a:xfrm>
            <a:off x="2054160" y="2228760"/>
            <a:ext cx="112824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047857"/>
                </a:solidFill>
                <a:uFillTx/>
                <a:latin typeface="Plus Jakarta Sans ExtraBold"/>
                <a:ea typeface="Plus Jakarta Sans ExtraBold"/>
              </a:rPr>
              <a:t>RESULTING SET OBJECT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Google Shape;667;p34"/>
          <p:cNvSpPr/>
          <p:nvPr/>
        </p:nvSpPr>
        <p:spPr>
          <a:xfrm>
            <a:off x="500040" y="3089520"/>
            <a:ext cx="1850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b45309"/>
                </a:solidFill>
                <a:uFillTx/>
                <a:latin typeface="Plus Jakarta Sans"/>
                <a:ea typeface="Plus Jakarta Sans"/>
              </a:rPr>
              <a:t>Unordered: No Positional Indexing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Google Shape;668;p34"/>
          <p:cNvSpPr/>
          <p:nvPr/>
        </p:nvSpPr>
        <p:spPr>
          <a:xfrm>
            <a:off x="5429880" y="882720"/>
            <a:ext cx="3335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UNIQUE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Google Shape;669;p34"/>
          <p:cNvSpPr/>
          <p:nvPr/>
        </p:nvSpPr>
        <p:spPr>
          <a:xfrm>
            <a:off x="5251320" y="104112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Duplicate elements are automatically eliminated upon insertion.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Google Shape;670;p34"/>
          <p:cNvSpPr/>
          <p:nvPr/>
        </p:nvSpPr>
        <p:spPr>
          <a:xfrm>
            <a:off x="5429880" y="1587960"/>
            <a:ext cx="3335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UNORDERED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Google Shape;671;p34"/>
          <p:cNvSpPr/>
          <p:nvPr/>
        </p:nvSpPr>
        <p:spPr>
          <a:xfrm>
            <a:off x="5251320" y="174672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Elements have no fixed position, index, or slice support.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Google Shape;672;p34"/>
          <p:cNvSpPr/>
          <p:nvPr/>
        </p:nvSpPr>
        <p:spPr>
          <a:xfrm>
            <a:off x="5429880" y="2293560"/>
            <a:ext cx="3335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MUTABLE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Google Shape;673;p34"/>
          <p:cNvSpPr/>
          <p:nvPr/>
        </p:nvSpPr>
        <p:spPr>
          <a:xfrm>
            <a:off x="5251320" y="245196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Elements can be added or removed after the set is created.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Google Shape;674;p34"/>
          <p:cNvSpPr/>
          <p:nvPr/>
        </p:nvSpPr>
        <p:spPr>
          <a:xfrm>
            <a:off x="5408640" y="2999160"/>
            <a:ext cx="33562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HASHABLE ELEMENTS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Google Shape;675;p34"/>
          <p:cNvSpPr/>
          <p:nvPr/>
        </p:nvSpPr>
        <p:spPr>
          <a:xfrm>
            <a:off x="5251320" y="315756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Elements must be immutable (numbers, strings, tuples).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6" name="Google Shape;676;p34" descr="image.png"/>
          <p:cNvPicPr/>
          <p:nvPr/>
        </p:nvPicPr>
        <p:blipFill>
          <a:blip r:embed="rId22"/>
          <a:stretch/>
        </p:blipFill>
        <p:spPr>
          <a:xfrm>
            <a:off x="392760" y="4050360"/>
            <a:ext cx="133920" cy="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Google Shape;677;p34"/>
          <p:cNvSpPr/>
          <p:nvPr/>
        </p:nvSpPr>
        <p:spPr>
          <a:xfrm>
            <a:off x="500040" y="4450320"/>
            <a:ext cx="22291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1. BASIC SYNTAX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Google Shape;678;p34"/>
          <p:cNvSpPr/>
          <p:nvPr/>
        </p:nvSpPr>
        <p:spPr>
          <a:xfrm>
            <a:off x="3122280" y="4453920"/>
            <a:ext cx="299160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2. EMPTY SET SYNTAX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Google Shape;679;p34"/>
          <p:cNvSpPr/>
          <p:nvPr/>
        </p:nvSpPr>
        <p:spPr>
          <a:xfrm>
            <a:off x="3029400" y="4593600"/>
            <a:ext cx="30844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set() </a:t>
            </a:r>
            <a:r>
              <a:rPr b="1" lang="en" sz="900" strike="noStrike" u="none">
                <a:solidFill>
                  <a:srgbClr val="059669"/>
                </a:solidFill>
                <a:uFillTx/>
                <a:latin typeface="Plus Jakarta Sans"/>
                <a:ea typeface="Plus Jakarta Sans"/>
              </a:rPr>
              <a:t>✓ Set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                                    {} </a:t>
            </a:r>
            <a:r>
              <a:rPr b="1" lang="en" sz="9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✕ Dict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Google Shape;680;p34"/>
          <p:cNvSpPr/>
          <p:nvPr/>
        </p:nvSpPr>
        <p:spPr>
          <a:xfrm>
            <a:off x="6414480" y="4446720"/>
            <a:ext cx="22291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3. SET() CONSTRUCTOR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Google Shape;681;p34"/>
          <p:cNvSpPr/>
          <p:nvPr/>
        </p:nvSpPr>
        <p:spPr>
          <a:xfrm>
            <a:off x="6414480" y="4617000"/>
            <a:ext cx="2229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set([1, 2, 2, 3])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22" name="Google Shape;682;p34" descr="image.png"/>
          <p:cNvPicPr/>
          <p:nvPr/>
        </p:nvPicPr>
        <p:blipFill>
          <a:blip r:embed="rId23"/>
          <a:stretch/>
        </p:blipFill>
        <p:spPr>
          <a:xfrm>
            <a:off x="392760" y="907200"/>
            <a:ext cx="11268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Google Shape;683;p34" descr="image.png"/>
          <p:cNvPicPr/>
          <p:nvPr/>
        </p:nvPicPr>
        <p:blipFill>
          <a:blip r:embed="rId24"/>
          <a:stretch/>
        </p:blipFill>
        <p:spPr>
          <a:xfrm>
            <a:off x="2554200" y="199296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Google Shape;684;p34" descr="image.png"/>
          <p:cNvPicPr/>
          <p:nvPr/>
        </p:nvPicPr>
        <p:blipFill>
          <a:blip r:embed="rId25"/>
          <a:stretch/>
        </p:blipFill>
        <p:spPr>
          <a:xfrm>
            <a:off x="500040" y="311112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Google Shape;685;p34"/>
          <p:cNvSpPr/>
          <p:nvPr/>
        </p:nvSpPr>
        <p:spPr>
          <a:xfrm>
            <a:off x="4094280" y="3086280"/>
            <a:ext cx="578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TypeError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26" name="Google Shape;686;p34" descr="image.png"/>
          <p:cNvPicPr/>
          <p:nvPr/>
        </p:nvPicPr>
        <p:blipFill>
          <a:blip r:embed="rId26"/>
          <a:stretch/>
        </p:blipFill>
        <p:spPr>
          <a:xfrm>
            <a:off x="5251320" y="892800"/>
            <a:ext cx="1209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Google Shape;687;p34" descr="image.png"/>
          <p:cNvPicPr/>
          <p:nvPr/>
        </p:nvPicPr>
        <p:blipFill>
          <a:blip r:embed="rId27"/>
          <a:stretch/>
        </p:blipFill>
        <p:spPr>
          <a:xfrm>
            <a:off x="5251320" y="1598400"/>
            <a:ext cx="1209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8" name="Google Shape;688;p34" descr="image.png"/>
          <p:cNvPicPr/>
          <p:nvPr/>
        </p:nvPicPr>
        <p:blipFill>
          <a:blip r:embed="rId28"/>
          <a:stretch/>
        </p:blipFill>
        <p:spPr>
          <a:xfrm>
            <a:off x="5251320" y="2304000"/>
            <a:ext cx="1209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9" name="Google Shape;689;p34" descr="image.png"/>
          <p:cNvPicPr/>
          <p:nvPr/>
        </p:nvPicPr>
        <p:blipFill>
          <a:blip r:embed="rId29"/>
          <a:stretch/>
        </p:blipFill>
        <p:spPr>
          <a:xfrm>
            <a:off x="5251320" y="3009240"/>
            <a:ext cx="9972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Google Shape;690;p34" descr="image.png"/>
          <p:cNvPicPr/>
          <p:nvPr/>
        </p:nvPicPr>
        <p:blipFill>
          <a:blip r:embed="rId30"/>
          <a:stretch/>
        </p:blipFill>
        <p:spPr>
          <a:xfrm>
            <a:off x="6021360" y="4461120"/>
            <a:ext cx="925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1" name="Google Shape;691;p34" descr="image.png"/>
          <p:cNvPicPr/>
          <p:nvPr/>
        </p:nvPicPr>
        <p:blipFill>
          <a:blip r:embed="rId31"/>
          <a:stretch/>
        </p:blipFill>
        <p:spPr>
          <a:xfrm>
            <a:off x="7800840" y="4586400"/>
            <a:ext cx="84276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2" name="Google Shape;692;p34" descr="image.png"/>
          <p:cNvPicPr/>
          <p:nvPr/>
        </p:nvPicPr>
        <p:blipFill>
          <a:blip r:embed="rId32"/>
          <a:stretch/>
        </p:blipFill>
        <p:spPr>
          <a:xfrm>
            <a:off x="2864880" y="1486080"/>
            <a:ext cx="38556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Google Shape;693;p34"/>
          <p:cNvSpPr/>
          <p:nvPr/>
        </p:nvSpPr>
        <p:spPr>
          <a:xfrm>
            <a:off x="3729240" y="4207680"/>
            <a:ext cx="18496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059669"/>
                </a:solidFill>
                <a:uFillTx/>
                <a:latin typeface="JetBrains Mono"/>
                <a:ea typeface="JetBrains Mono"/>
              </a:rPr>
              <a:t>✓ </a:t>
            </a:r>
            <a:r>
              <a:rPr b="1" lang="en" sz="800" strike="noStrike" u="none">
                <a:solidFill>
                  <a:srgbClr val="059669"/>
                </a:solidFill>
                <a:uFillTx/>
                <a:latin typeface="JetBrains Mono"/>
                <a:ea typeface="JetBrains Mono"/>
              </a:rPr>
              <a:t>Set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Google Shape;694;p34"/>
          <p:cNvSpPr/>
          <p:nvPr/>
        </p:nvSpPr>
        <p:spPr>
          <a:xfrm>
            <a:off x="5685840" y="4622040"/>
            <a:ext cx="36396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699;p3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6" name="Google Shape;700;p35" descr="image.png"/>
          <p:cNvPicPr/>
          <p:nvPr/>
        </p:nvPicPr>
        <p:blipFill>
          <a:blip r:embed="rId2"/>
          <a:stretch/>
        </p:blipFill>
        <p:spPr>
          <a:xfrm>
            <a:off x="257040" y="4572000"/>
            <a:ext cx="862920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7" name="Google Shape;701;p35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25736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8" name="Google Shape;702;p35" descr="image.png"/>
          <p:cNvPicPr/>
          <p:nvPr/>
        </p:nvPicPr>
        <p:blipFill>
          <a:blip r:embed="rId4"/>
          <a:stretch/>
        </p:blipFill>
        <p:spPr>
          <a:xfrm>
            <a:off x="4629240" y="714240"/>
            <a:ext cx="425736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Google Shape;703;p35" descr="image.png"/>
          <p:cNvPicPr/>
          <p:nvPr/>
        </p:nvPicPr>
        <p:blipFill>
          <a:blip r:embed="rId5"/>
          <a:stretch/>
        </p:blipFill>
        <p:spPr>
          <a:xfrm>
            <a:off x="257040" y="2064600"/>
            <a:ext cx="2092680" cy="124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Google Shape;704;p35" descr="image.png"/>
          <p:cNvPicPr/>
          <p:nvPr/>
        </p:nvPicPr>
        <p:blipFill>
          <a:blip r:embed="rId6"/>
          <a:stretch/>
        </p:blipFill>
        <p:spPr>
          <a:xfrm>
            <a:off x="2436120" y="2064600"/>
            <a:ext cx="2092680" cy="124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Google Shape;705;p35" descr="image.png"/>
          <p:cNvPicPr/>
          <p:nvPr/>
        </p:nvPicPr>
        <p:blipFill>
          <a:blip r:embed="rId7"/>
          <a:stretch/>
        </p:blipFill>
        <p:spPr>
          <a:xfrm>
            <a:off x="4614840" y="2064600"/>
            <a:ext cx="2092680" cy="124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Google Shape;706;p35" descr="image.png"/>
          <p:cNvPicPr/>
          <p:nvPr/>
        </p:nvPicPr>
        <p:blipFill>
          <a:blip r:embed="rId8"/>
          <a:stretch/>
        </p:blipFill>
        <p:spPr>
          <a:xfrm>
            <a:off x="6793560" y="2064600"/>
            <a:ext cx="2092680" cy="124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3" name="Google Shape;707;p35" descr="image.png"/>
          <p:cNvPicPr/>
          <p:nvPr/>
        </p:nvPicPr>
        <p:blipFill>
          <a:blip r:embed="rId9"/>
          <a:stretch/>
        </p:blipFill>
        <p:spPr>
          <a:xfrm>
            <a:off x="257040" y="3557520"/>
            <a:ext cx="511740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Google Shape;708;p35" descr="image.png"/>
          <p:cNvPicPr/>
          <p:nvPr/>
        </p:nvPicPr>
        <p:blipFill>
          <a:blip r:embed="rId10"/>
          <a:stretch/>
        </p:blipFill>
        <p:spPr>
          <a:xfrm>
            <a:off x="5474880" y="3557520"/>
            <a:ext cx="34117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Google Shape;709;p35" descr="image.png"/>
          <p:cNvPicPr/>
          <p:nvPr/>
        </p:nvPicPr>
        <p:blipFill>
          <a:blip r:embed="rId11"/>
          <a:stretch/>
        </p:blipFill>
        <p:spPr>
          <a:xfrm>
            <a:off x="349920" y="2536920"/>
            <a:ext cx="190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6" name="Google Shape;710;p35" descr="image.png"/>
          <p:cNvPicPr/>
          <p:nvPr/>
        </p:nvPicPr>
        <p:blipFill>
          <a:blip r:embed="rId12"/>
          <a:stretch/>
        </p:blipFill>
        <p:spPr>
          <a:xfrm>
            <a:off x="2529000" y="2536920"/>
            <a:ext cx="190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7" name="Google Shape;711;p35" descr="image.png"/>
          <p:cNvPicPr/>
          <p:nvPr/>
        </p:nvPicPr>
        <p:blipFill>
          <a:blip r:embed="rId13"/>
          <a:stretch/>
        </p:blipFill>
        <p:spPr>
          <a:xfrm>
            <a:off x="4707720" y="2536920"/>
            <a:ext cx="190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Google Shape;712;p35" descr="image.png"/>
          <p:cNvPicPr/>
          <p:nvPr/>
        </p:nvPicPr>
        <p:blipFill>
          <a:blip r:embed="rId14"/>
          <a:stretch/>
        </p:blipFill>
        <p:spPr>
          <a:xfrm>
            <a:off x="6886440" y="2536920"/>
            <a:ext cx="190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Google Shape;713;p35" descr="image.png"/>
          <p:cNvPicPr/>
          <p:nvPr/>
        </p:nvPicPr>
        <p:blipFill>
          <a:blip r:embed="rId15"/>
          <a:stretch/>
        </p:blipFill>
        <p:spPr>
          <a:xfrm>
            <a:off x="399960" y="1338840"/>
            <a:ext cx="1782000" cy="3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Google Shape;714;p35" descr="image.png"/>
          <p:cNvPicPr/>
          <p:nvPr/>
        </p:nvPicPr>
        <p:blipFill>
          <a:blip r:embed="rId16"/>
          <a:stretch/>
        </p:blipFill>
        <p:spPr>
          <a:xfrm>
            <a:off x="4772160" y="1193760"/>
            <a:ext cx="1910520" cy="53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Google Shape;715;p35" descr="image.png"/>
          <p:cNvPicPr/>
          <p:nvPr/>
        </p:nvPicPr>
        <p:blipFill>
          <a:blip r:embed="rId17"/>
          <a:stretch/>
        </p:blipFill>
        <p:spPr>
          <a:xfrm>
            <a:off x="6893640" y="257040"/>
            <a:ext cx="19926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Google Shape;716;p35"/>
          <p:cNvSpPr/>
          <p:nvPr/>
        </p:nvSpPr>
        <p:spPr>
          <a:xfrm>
            <a:off x="257040" y="309240"/>
            <a:ext cx="36788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CREATING &amp; MODIFYING SETS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Google Shape;717;p35"/>
          <p:cNvSpPr/>
          <p:nvPr/>
        </p:nvSpPr>
        <p:spPr>
          <a:xfrm>
            <a:off x="392760" y="4693320"/>
            <a:ext cx="15998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 CAPABILITIES SUMMARY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Google Shape;718;p35"/>
          <p:cNvSpPr/>
          <p:nvPr/>
        </p:nvSpPr>
        <p:spPr>
          <a:xfrm>
            <a:off x="2128680" y="819720"/>
            <a:ext cx="2264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add(x) — Single Element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Google Shape;719;p35"/>
          <p:cNvSpPr/>
          <p:nvPr/>
        </p:nvSpPr>
        <p:spPr>
          <a:xfrm>
            <a:off x="6729480" y="819720"/>
            <a:ext cx="20354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update(iterable) — Multiple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Google Shape;720;p35"/>
          <p:cNvSpPr/>
          <p:nvPr/>
        </p:nvSpPr>
        <p:spPr>
          <a:xfrm>
            <a:off x="349920" y="216324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remove(x)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7" name="Google Shape;721;p35"/>
          <p:cNvSpPr/>
          <p:nvPr/>
        </p:nvSpPr>
        <p:spPr>
          <a:xfrm>
            <a:off x="349920" y="31219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Raises KeyError if absent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8" name="Google Shape;722;p35"/>
          <p:cNvSpPr/>
          <p:nvPr/>
        </p:nvSpPr>
        <p:spPr>
          <a:xfrm>
            <a:off x="2529000" y="216324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discard(x)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Google Shape;723;p35"/>
          <p:cNvSpPr/>
          <p:nvPr/>
        </p:nvSpPr>
        <p:spPr>
          <a:xfrm>
            <a:off x="2529000" y="31219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8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059669"/>
                </a:solidFill>
                <a:uFillTx/>
                <a:latin typeface="Plus Jakarta Sans"/>
                <a:ea typeface="Plus Jakarta Sans"/>
              </a:rPr>
              <a:t>Safe: No error if missing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Google Shape;724;p35"/>
          <p:cNvSpPr/>
          <p:nvPr/>
        </p:nvSpPr>
        <p:spPr>
          <a:xfrm>
            <a:off x="4707720" y="216324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pop()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Google Shape;725;p35"/>
          <p:cNvSpPr/>
          <p:nvPr/>
        </p:nvSpPr>
        <p:spPr>
          <a:xfrm>
            <a:off x="4707720" y="31219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8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b45309"/>
                </a:solidFill>
                <a:uFillTx/>
                <a:latin typeface="Plus Jakarta Sans"/>
                <a:ea typeface="Plus Jakarta Sans"/>
              </a:rPr>
              <a:t>Removes arbitrary item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Google Shape;726;p35"/>
          <p:cNvSpPr/>
          <p:nvPr/>
        </p:nvSpPr>
        <p:spPr>
          <a:xfrm>
            <a:off x="6886440" y="216324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clear()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Google Shape;727;p35"/>
          <p:cNvSpPr/>
          <p:nvPr/>
        </p:nvSpPr>
        <p:spPr>
          <a:xfrm>
            <a:off x="6886440" y="31219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8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Result → set()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Google Shape;728;p35"/>
          <p:cNvSpPr/>
          <p:nvPr/>
        </p:nvSpPr>
        <p:spPr>
          <a:xfrm>
            <a:off x="2450160" y="3663000"/>
            <a:ext cx="28029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O(1) Fast Membership Testing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Google Shape;729;p35"/>
          <p:cNvSpPr/>
          <p:nvPr/>
        </p:nvSpPr>
        <p:spPr>
          <a:xfrm>
            <a:off x="389160" y="3982320"/>
            <a:ext cx="48531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20 in {10, 20, 30}                                                                                                                             50 not in {10, 20}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Google Shape;730;p35"/>
          <p:cNvSpPr/>
          <p:nvPr/>
        </p:nvSpPr>
        <p:spPr>
          <a:xfrm>
            <a:off x="5596200" y="3650400"/>
            <a:ext cx="31687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USEFUL BUILT-IN FUNCTIONS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Google Shape;731;p35"/>
          <p:cNvSpPr/>
          <p:nvPr/>
        </p:nvSpPr>
        <p:spPr>
          <a:xfrm>
            <a:off x="5596200" y="4064760"/>
            <a:ext cx="31687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len(s)                min(s)              max(s)                  sum(s)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8" name="Google Shape;732;p35" descr="image.png"/>
          <p:cNvPicPr/>
          <p:nvPr/>
        </p:nvPicPr>
        <p:blipFill>
          <a:blip r:embed="rId18"/>
          <a:stretch/>
        </p:blipFill>
        <p:spPr>
          <a:xfrm>
            <a:off x="392760" y="471492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Google Shape;733;p35" descr="image.png"/>
          <p:cNvPicPr/>
          <p:nvPr/>
        </p:nvPicPr>
        <p:blipFill>
          <a:blip r:embed="rId19"/>
          <a:stretch/>
        </p:blipFill>
        <p:spPr>
          <a:xfrm>
            <a:off x="3586320" y="4657680"/>
            <a:ext cx="542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Google Shape;734;p35" descr="image.png"/>
          <p:cNvPicPr/>
          <p:nvPr/>
        </p:nvPicPr>
        <p:blipFill>
          <a:blip r:embed="rId20"/>
          <a:stretch/>
        </p:blipFill>
        <p:spPr>
          <a:xfrm>
            <a:off x="4200480" y="4657680"/>
            <a:ext cx="721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Google Shape;735;p35" descr="image.png"/>
          <p:cNvPicPr/>
          <p:nvPr/>
        </p:nvPicPr>
        <p:blipFill>
          <a:blip r:embed="rId21"/>
          <a:stretch/>
        </p:blipFill>
        <p:spPr>
          <a:xfrm>
            <a:off x="4993560" y="4657680"/>
            <a:ext cx="7639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Google Shape;736;p35" descr="image.png"/>
          <p:cNvPicPr/>
          <p:nvPr/>
        </p:nvPicPr>
        <p:blipFill>
          <a:blip r:embed="rId22"/>
          <a:stretch/>
        </p:blipFill>
        <p:spPr>
          <a:xfrm>
            <a:off x="5829480" y="4657680"/>
            <a:ext cx="785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3" name="Google Shape;737;p35" descr="image.png"/>
          <p:cNvPicPr/>
          <p:nvPr/>
        </p:nvPicPr>
        <p:blipFill>
          <a:blip r:embed="rId23"/>
          <a:stretch/>
        </p:blipFill>
        <p:spPr>
          <a:xfrm>
            <a:off x="6686640" y="4657680"/>
            <a:ext cx="9853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4" name="Google Shape;738;p35" descr="image.png"/>
          <p:cNvPicPr/>
          <p:nvPr/>
        </p:nvPicPr>
        <p:blipFill>
          <a:blip r:embed="rId24"/>
          <a:stretch/>
        </p:blipFill>
        <p:spPr>
          <a:xfrm>
            <a:off x="7743960" y="4657680"/>
            <a:ext cx="10069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5" name="Google Shape;739;p35" descr="image.png"/>
          <p:cNvPicPr/>
          <p:nvPr/>
        </p:nvPicPr>
        <p:blipFill>
          <a:blip r:embed="rId25"/>
          <a:stretch/>
        </p:blipFill>
        <p:spPr>
          <a:xfrm>
            <a:off x="3736080" y="817920"/>
            <a:ext cx="6570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6" name="Google Shape;740;p35" descr="image.png"/>
          <p:cNvPicPr/>
          <p:nvPr/>
        </p:nvPicPr>
        <p:blipFill>
          <a:blip r:embed="rId26"/>
          <a:stretch/>
        </p:blipFill>
        <p:spPr>
          <a:xfrm>
            <a:off x="2253960" y="1430280"/>
            <a:ext cx="213912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7" name="Google Shape;741;p35" descr="image.png"/>
          <p:cNvPicPr/>
          <p:nvPr/>
        </p:nvPicPr>
        <p:blipFill>
          <a:blip r:embed="rId27"/>
          <a:stretch/>
        </p:blipFill>
        <p:spPr>
          <a:xfrm>
            <a:off x="8086680" y="817920"/>
            <a:ext cx="67824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8" name="Google Shape;742;p35" descr="image.png"/>
          <p:cNvPicPr/>
          <p:nvPr/>
        </p:nvPicPr>
        <p:blipFill>
          <a:blip r:embed="rId28"/>
          <a:stretch/>
        </p:blipFill>
        <p:spPr>
          <a:xfrm>
            <a:off x="6754320" y="1193760"/>
            <a:ext cx="2010600" cy="53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Google Shape;743;p35" descr="image.png"/>
          <p:cNvPicPr/>
          <p:nvPr/>
        </p:nvPicPr>
        <p:blipFill>
          <a:blip r:embed="rId29"/>
          <a:stretch/>
        </p:blipFill>
        <p:spPr>
          <a:xfrm>
            <a:off x="1950120" y="2164680"/>
            <a:ext cx="30672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Google Shape;744;p35"/>
          <p:cNvSpPr/>
          <p:nvPr/>
        </p:nvSpPr>
        <p:spPr>
          <a:xfrm>
            <a:off x="70020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Google Shape;745;p35"/>
          <p:cNvSpPr/>
          <p:nvPr/>
        </p:nvSpPr>
        <p:spPr>
          <a:xfrm>
            <a:off x="87156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Google Shape;746;p35"/>
          <p:cNvSpPr/>
          <p:nvPr/>
        </p:nvSpPr>
        <p:spPr>
          <a:xfrm>
            <a:off x="104292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Google Shape;747;p35"/>
          <p:cNvSpPr/>
          <p:nvPr/>
        </p:nvSpPr>
        <p:spPr>
          <a:xfrm>
            <a:off x="528480" y="2714760"/>
            <a:ext cx="514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remove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Google Shape;748;p35"/>
          <p:cNvSpPr/>
          <p:nvPr/>
        </p:nvSpPr>
        <p:spPr>
          <a:xfrm>
            <a:off x="928800" y="2714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85" name="Google Shape;749;p35" descr="image.png"/>
          <p:cNvPicPr/>
          <p:nvPr/>
        </p:nvPicPr>
        <p:blipFill>
          <a:blip r:embed="rId30"/>
          <a:stretch/>
        </p:blipFill>
        <p:spPr>
          <a:xfrm>
            <a:off x="349920" y="3135960"/>
            <a:ext cx="709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6" name="Google Shape;750;p35" descr="image.png"/>
          <p:cNvPicPr/>
          <p:nvPr/>
        </p:nvPicPr>
        <p:blipFill>
          <a:blip r:embed="rId31"/>
          <a:stretch/>
        </p:blipFill>
        <p:spPr>
          <a:xfrm>
            <a:off x="4164840" y="2164680"/>
            <a:ext cx="27108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Google Shape;751;p35"/>
          <p:cNvSpPr/>
          <p:nvPr/>
        </p:nvSpPr>
        <p:spPr>
          <a:xfrm>
            <a:off x="287892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Google Shape;752;p35"/>
          <p:cNvSpPr/>
          <p:nvPr/>
        </p:nvSpPr>
        <p:spPr>
          <a:xfrm>
            <a:off x="305028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Google Shape;753;p35"/>
          <p:cNvSpPr/>
          <p:nvPr/>
        </p:nvSpPr>
        <p:spPr>
          <a:xfrm>
            <a:off x="322200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Google Shape;754;p35"/>
          <p:cNvSpPr/>
          <p:nvPr/>
        </p:nvSpPr>
        <p:spPr>
          <a:xfrm>
            <a:off x="2707560" y="2714760"/>
            <a:ext cx="514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discard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Google Shape;755;p35"/>
          <p:cNvSpPr/>
          <p:nvPr/>
        </p:nvSpPr>
        <p:spPr>
          <a:xfrm>
            <a:off x="3164760" y="2714760"/>
            <a:ext cx="2311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99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2" name="Google Shape;756;p35" descr="image.png"/>
          <p:cNvPicPr/>
          <p:nvPr/>
        </p:nvPicPr>
        <p:blipFill>
          <a:blip r:embed="rId32"/>
          <a:stretch/>
        </p:blipFill>
        <p:spPr>
          <a:xfrm>
            <a:off x="2529000" y="3135960"/>
            <a:ext cx="781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Google Shape;757;p35" descr="image.png"/>
          <p:cNvPicPr/>
          <p:nvPr/>
        </p:nvPicPr>
        <p:blipFill>
          <a:blip r:embed="rId33"/>
          <a:stretch/>
        </p:blipFill>
        <p:spPr>
          <a:xfrm>
            <a:off x="6172200" y="2164680"/>
            <a:ext cx="44244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Google Shape;758;p35"/>
          <p:cNvSpPr/>
          <p:nvPr/>
        </p:nvSpPr>
        <p:spPr>
          <a:xfrm>
            <a:off x="5057640" y="2579760"/>
            <a:ext cx="4165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Google Shape;759;p35"/>
          <p:cNvSpPr/>
          <p:nvPr/>
        </p:nvSpPr>
        <p:spPr>
          <a:xfrm>
            <a:off x="5286240" y="2579760"/>
            <a:ext cx="2311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Google Shape;760;p35"/>
          <p:cNvSpPr/>
          <p:nvPr/>
        </p:nvSpPr>
        <p:spPr>
          <a:xfrm>
            <a:off x="5514840" y="257976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Google Shape;761;p35"/>
          <p:cNvSpPr/>
          <p:nvPr/>
        </p:nvSpPr>
        <p:spPr>
          <a:xfrm>
            <a:off x="5229360" y="2714760"/>
            <a:ext cx="4496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pop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8" name="Google Shape;762;p35" descr="image.png"/>
          <p:cNvPicPr/>
          <p:nvPr/>
        </p:nvPicPr>
        <p:blipFill>
          <a:blip r:embed="rId34"/>
          <a:stretch/>
        </p:blipFill>
        <p:spPr>
          <a:xfrm>
            <a:off x="4707720" y="3135960"/>
            <a:ext cx="925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Google Shape;763;p35" descr="image.png"/>
          <p:cNvPicPr/>
          <p:nvPr/>
        </p:nvPicPr>
        <p:blipFill>
          <a:blip r:embed="rId35"/>
          <a:stretch/>
        </p:blipFill>
        <p:spPr>
          <a:xfrm>
            <a:off x="8472600" y="2164680"/>
            <a:ext cx="32112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Google Shape;764;p35"/>
          <p:cNvSpPr/>
          <p:nvPr/>
        </p:nvSpPr>
        <p:spPr>
          <a:xfrm>
            <a:off x="723672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1" name="Google Shape;765;p35"/>
          <p:cNvSpPr/>
          <p:nvPr/>
        </p:nvSpPr>
        <p:spPr>
          <a:xfrm>
            <a:off x="740808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2" name="Google Shape;766;p35"/>
          <p:cNvSpPr/>
          <p:nvPr/>
        </p:nvSpPr>
        <p:spPr>
          <a:xfrm>
            <a:off x="7579440" y="2579760"/>
            <a:ext cx="568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3" name="Google Shape;767;p35"/>
          <p:cNvSpPr/>
          <p:nvPr/>
        </p:nvSpPr>
        <p:spPr>
          <a:xfrm>
            <a:off x="7065000" y="2714760"/>
            <a:ext cx="4165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clear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04" name="Google Shape;768;p35" descr="image.png"/>
          <p:cNvPicPr/>
          <p:nvPr/>
        </p:nvPicPr>
        <p:blipFill>
          <a:blip r:embed="rId36"/>
          <a:stretch/>
        </p:blipFill>
        <p:spPr>
          <a:xfrm>
            <a:off x="6886440" y="3135960"/>
            <a:ext cx="781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Google Shape;769;p35" descr="image.png"/>
          <p:cNvPicPr/>
          <p:nvPr/>
        </p:nvPicPr>
        <p:blipFill>
          <a:blip r:embed="rId37"/>
          <a:stretch/>
        </p:blipFill>
        <p:spPr>
          <a:xfrm>
            <a:off x="4482000" y="3661200"/>
            <a:ext cx="771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Google Shape;770;p35" descr="image.png"/>
          <p:cNvPicPr/>
          <p:nvPr/>
        </p:nvPicPr>
        <p:blipFill>
          <a:blip r:embed="rId38"/>
          <a:stretch/>
        </p:blipFill>
        <p:spPr>
          <a:xfrm>
            <a:off x="1433880" y="4050360"/>
            <a:ext cx="59616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7" name="Google Shape;771;p35" descr="image.png"/>
          <p:cNvPicPr/>
          <p:nvPr/>
        </p:nvPicPr>
        <p:blipFill>
          <a:blip r:embed="rId39"/>
          <a:stretch/>
        </p:blipFill>
        <p:spPr>
          <a:xfrm>
            <a:off x="4629240" y="3993480"/>
            <a:ext cx="59616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8" name="Google Shape;772;p35" descr="image.png"/>
          <p:cNvPicPr/>
          <p:nvPr/>
        </p:nvPicPr>
        <p:blipFill>
          <a:blip r:embed="rId40"/>
          <a:stretch/>
        </p:blipFill>
        <p:spPr>
          <a:xfrm>
            <a:off x="5596200" y="3672000"/>
            <a:ext cx="1069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Google Shape;773;p35" descr="image.png"/>
          <p:cNvPicPr/>
          <p:nvPr/>
        </p:nvPicPr>
        <p:blipFill>
          <a:blip r:embed="rId41"/>
          <a:stretch/>
        </p:blipFill>
        <p:spPr>
          <a:xfrm>
            <a:off x="367200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0" name="Google Shape;774;p35" descr="image.png"/>
          <p:cNvPicPr/>
          <p:nvPr/>
        </p:nvPicPr>
        <p:blipFill>
          <a:blip r:embed="rId42"/>
          <a:stretch/>
        </p:blipFill>
        <p:spPr>
          <a:xfrm>
            <a:off x="428616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1" name="Google Shape;775;p35" descr="image.png"/>
          <p:cNvPicPr/>
          <p:nvPr/>
        </p:nvPicPr>
        <p:blipFill>
          <a:blip r:embed="rId43"/>
          <a:stretch/>
        </p:blipFill>
        <p:spPr>
          <a:xfrm>
            <a:off x="507924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2" name="Google Shape;776;p35" descr="image.png"/>
          <p:cNvPicPr/>
          <p:nvPr/>
        </p:nvPicPr>
        <p:blipFill>
          <a:blip r:embed="rId44"/>
          <a:stretch/>
        </p:blipFill>
        <p:spPr>
          <a:xfrm>
            <a:off x="591516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Google Shape;777;p35" descr="image.png"/>
          <p:cNvPicPr/>
          <p:nvPr/>
        </p:nvPicPr>
        <p:blipFill>
          <a:blip r:embed="rId45"/>
          <a:stretch/>
        </p:blipFill>
        <p:spPr>
          <a:xfrm>
            <a:off x="677232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4" name="Google Shape;778;p35" descr="image.png"/>
          <p:cNvPicPr/>
          <p:nvPr/>
        </p:nvPicPr>
        <p:blipFill>
          <a:blip r:embed="rId46"/>
          <a:stretch/>
        </p:blipFill>
        <p:spPr>
          <a:xfrm>
            <a:off x="7829640" y="4705920"/>
            <a:ext cx="78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5" name="Google Shape;779;p35" descr="image.png"/>
          <p:cNvPicPr/>
          <p:nvPr/>
        </p:nvPicPr>
        <p:blipFill>
          <a:blip r:embed="rId47"/>
          <a:stretch/>
        </p:blipFill>
        <p:spPr>
          <a:xfrm>
            <a:off x="399960" y="82512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Google Shape;780;p35"/>
          <p:cNvSpPr/>
          <p:nvPr/>
        </p:nvSpPr>
        <p:spPr>
          <a:xfrm>
            <a:off x="814320" y="1388880"/>
            <a:ext cx="4496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"apple"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7" name="Google Shape;781;p35"/>
          <p:cNvSpPr/>
          <p:nvPr/>
        </p:nvSpPr>
        <p:spPr>
          <a:xfrm>
            <a:off x="1393200" y="1388880"/>
            <a:ext cx="514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"banana"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Google Shape;782;p35"/>
          <p:cNvSpPr/>
          <p:nvPr/>
        </p:nvSpPr>
        <p:spPr>
          <a:xfrm>
            <a:off x="621360" y="1533960"/>
            <a:ext cx="192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add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Google Shape;783;p35"/>
          <p:cNvSpPr/>
          <p:nvPr/>
        </p:nvSpPr>
        <p:spPr>
          <a:xfrm>
            <a:off x="878760" y="1533960"/>
            <a:ext cx="4496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"mango"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0" name="Google Shape;784;p35" descr="image.png"/>
          <p:cNvPicPr/>
          <p:nvPr/>
        </p:nvPicPr>
        <p:blipFill>
          <a:blip r:embed="rId48"/>
          <a:stretch/>
        </p:blipFill>
        <p:spPr>
          <a:xfrm>
            <a:off x="4772160" y="825120"/>
            <a:ext cx="14256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1" name="Google Shape;785;p35"/>
          <p:cNvSpPr/>
          <p:nvPr/>
        </p:nvSpPr>
        <p:spPr>
          <a:xfrm>
            <a:off x="5172120" y="1262880"/>
            <a:ext cx="6782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"apple"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2" name="Google Shape;786;p35"/>
          <p:cNvSpPr/>
          <p:nvPr/>
        </p:nvSpPr>
        <p:spPr>
          <a:xfrm>
            <a:off x="5006520" y="1514520"/>
            <a:ext cx="14418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update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Google Shape;787;p35"/>
          <p:cNvSpPr/>
          <p:nvPr/>
        </p:nvSpPr>
        <p:spPr>
          <a:xfrm>
            <a:off x="5514840" y="1514520"/>
            <a:ext cx="5961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"kiwi"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Google Shape;788;p35"/>
          <p:cNvSpPr/>
          <p:nvPr/>
        </p:nvSpPr>
        <p:spPr>
          <a:xfrm>
            <a:off x="5947200" y="1506600"/>
            <a:ext cx="8928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"grape"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5" name="Google Shape;789;p35" descr="image.png"/>
          <p:cNvPicPr/>
          <p:nvPr/>
        </p:nvPicPr>
        <p:blipFill>
          <a:blip r:embed="rId49"/>
          <a:stretch/>
        </p:blipFill>
        <p:spPr>
          <a:xfrm>
            <a:off x="399960" y="3668400"/>
            <a:ext cx="128160" cy="12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794;p3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7" name="Google Shape;795;p36" descr="image.png"/>
          <p:cNvPicPr/>
          <p:nvPr/>
        </p:nvPicPr>
        <p:blipFill>
          <a:blip r:embed="rId2"/>
          <a:stretch/>
        </p:blipFill>
        <p:spPr>
          <a:xfrm>
            <a:off x="257040" y="3621960"/>
            <a:ext cx="8629200" cy="132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8" name="Google Shape;796;p36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2092680" cy="115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Google Shape;797;p36" descr="image.png"/>
          <p:cNvPicPr/>
          <p:nvPr/>
        </p:nvPicPr>
        <p:blipFill>
          <a:blip r:embed="rId4"/>
          <a:stretch/>
        </p:blipFill>
        <p:spPr>
          <a:xfrm>
            <a:off x="2436120" y="714240"/>
            <a:ext cx="2092680" cy="115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0" name="Google Shape;798;p36" descr="image.png"/>
          <p:cNvPicPr/>
          <p:nvPr/>
        </p:nvPicPr>
        <p:blipFill>
          <a:blip r:embed="rId5"/>
          <a:stretch/>
        </p:blipFill>
        <p:spPr>
          <a:xfrm>
            <a:off x="4614840" y="714240"/>
            <a:ext cx="2092680" cy="115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Google Shape;799;p36" descr="image.png"/>
          <p:cNvPicPr/>
          <p:nvPr/>
        </p:nvPicPr>
        <p:blipFill>
          <a:blip r:embed="rId6"/>
          <a:stretch/>
        </p:blipFill>
        <p:spPr>
          <a:xfrm>
            <a:off x="6793560" y="714240"/>
            <a:ext cx="2092680" cy="115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Google Shape;800;p36" descr="image.png"/>
          <p:cNvPicPr/>
          <p:nvPr/>
        </p:nvPicPr>
        <p:blipFill>
          <a:blip r:embed="rId7"/>
          <a:stretch/>
        </p:blipFill>
        <p:spPr>
          <a:xfrm>
            <a:off x="257040" y="2257560"/>
            <a:ext cx="2967480" cy="96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3" name="Google Shape;801;p36" descr="image.png"/>
          <p:cNvPicPr/>
          <p:nvPr/>
        </p:nvPicPr>
        <p:blipFill>
          <a:blip r:embed="rId8"/>
          <a:stretch/>
        </p:blipFill>
        <p:spPr>
          <a:xfrm>
            <a:off x="3310560" y="2257560"/>
            <a:ext cx="2967480" cy="96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4" name="Google Shape;802;p36" descr="image.png"/>
          <p:cNvPicPr/>
          <p:nvPr/>
        </p:nvPicPr>
        <p:blipFill>
          <a:blip r:embed="rId9"/>
          <a:stretch/>
        </p:blipFill>
        <p:spPr>
          <a:xfrm>
            <a:off x="6364080" y="2257560"/>
            <a:ext cx="2522160" cy="96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Google Shape;803;p36" descr="image.png"/>
          <p:cNvPicPr/>
          <p:nvPr/>
        </p:nvPicPr>
        <p:blipFill>
          <a:blip r:embed="rId10"/>
          <a:stretch/>
        </p:blipFill>
        <p:spPr>
          <a:xfrm>
            <a:off x="349920" y="1057320"/>
            <a:ext cx="1906920" cy="2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Google Shape;804;p36" descr="image.png"/>
          <p:cNvPicPr/>
          <p:nvPr/>
        </p:nvPicPr>
        <p:blipFill>
          <a:blip r:embed="rId11"/>
          <a:stretch/>
        </p:blipFill>
        <p:spPr>
          <a:xfrm>
            <a:off x="349920" y="1407240"/>
            <a:ext cx="190692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7" name="Google Shape;805;p36" descr="image.png"/>
          <p:cNvPicPr/>
          <p:nvPr/>
        </p:nvPicPr>
        <p:blipFill>
          <a:blip r:embed="rId12"/>
          <a:stretch/>
        </p:blipFill>
        <p:spPr>
          <a:xfrm>
            <a:off x="2529000" y="1214280"/>
            <a:ext cx="1906920" cy="2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Google Shape;806;p36" descr="image.png"/>
          <p:cNvPicPr/>
          <p:nvPr/>
        </p:nvPicPr>
        <p:blipFill>
          <a:blip r:embed="rId13"/>
          <a:stretch/>
        </p:blipFill>
        <p:spPr>
          <a:xfrm>
            <a:off x="2529000" y="1486080"/>
            <a:ext cx="190692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Google Shape;807;p36" descr="image.png"/>
          <p:cNvPicPr/>
          <p:nvPr/>
        </p:nvPicPr>
        <p:blipFill>
          <a:blip r:embed="rId14"/>
          <a:stretch/>
        </p:blipFill>
        <p:spPr>
          <a:xfrm>
            <a:off x="4707720" y="1057320"/>
            <a:ext cx="1906920" cy="2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Google Shape;808;p36" descr="image.png"/>
          <p:cNvPicPr/>
          <p:nvPr/>
        </p:nvPicPr>
        <p:blipFill>
          <a:blip r:embed="rId15"/>
          <a:stretch/>
        </p:blipFill>
        <p:spPr>
          <a:xfrm>
            <a:off x="4707720" y="1407240"/>
            <a:ext cx="190692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Google Shape;809;p36" descr="image.png"/>
          <p:cNvPicPr/>
          <p:nvPr/>
        </p:nvPicPr>
        <p:blipFill>
          <a:blip r:embed="rId16"/>
          <a:stretch/>
        </p:blipFill>
        <p:spPr>
          <a:xfrm>
            <a:off x="6886440" y="1057320"/>
            <a:ext cx="1906920" cy="2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2" name="Google Shape;810;p36" descr="image.png"/>
          <p:cNvPicPr/>
          <p:nvPr/>
        </p:nvPicPr>
        <p:blipFill>
          <a:blip r:embed="rId17"/>
          <a:stretch/>
        </p:blipFill>
        <p:spPr>
          <a:xfrm>
            <a:off x="6886440" y="1407240"/>
            <a:ext cx="190692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Google Shape;811;p36" descr="image.png"/>
          <p:cNvPicPr/>
          <p:nvPr/>
        </p:nvPicPr>
        <p:blipFill>
          <a:blip r:embed="rId18"/>
          <a:stretch/>
        </p:blipFill>
        <p:spPr>
          <a:xfrm>
            <a:off x="378720" y="2783520"/>
            <a:ext cx="2724480" cy="3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4" name="Google Shape;812;p36" descr="image.png"/>
          <p:cNvPicPr/>
          <p:nvPr/>
        </p:nvPicPr>
        <p:blipFill>
          <a:blip r:embed="rId19"/>
          <a:stretch/>
        </p:blipFill>
        <p:spPr>
          <a:xfrm>
            <a:off x="3432240" y="2783520"/>
            <a:ext cx="2724480" cy="3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5" name="Google Shape;813;p36" descr="image.png"/>
          <p:cNvPicPr/>
          <p:nvPr/>
        </p:nvPicPr>
        <p:blipFill>
          <a:blip r:embed="rId20"/>
          <a:stretch/>
        </p:blipFill>
        <p:spPr>
          <a:xfrm>
            <a:off x="6943680" y="257040"/>
            <a:ext cx="194292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Google Shape;814;p36"/>
          <p:cNvSpPr/>
          <p:nvPr/>
        </p:nvSpPr>
        <p:spPr>
          <a:xfrm>
            <a:off x="257040" y="309240"/>
            <a:ext cx="4196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 OPERATIONS &amp; COMPARISON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Google Shape;815;p36"/>
          <p:cNvSpPr/>
          <p:nvPr/>
        </p:nvSpPr>
        <p:spPr>
          <a:xfrm>
            <a:off x="2443320" y="3713040"/>
            <a:ext cx="63219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 vs. Set Decision Framework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648" name="Google Shape;816;p36"/>
          <p:cNvGraphicFramePr/>
          <p:nvPr/>
        </p:nvGraphicFramePr>
        <p:xfrm>
          <a:off x="378720" y="4332600"/>
          <a:ext cx="8386560" cy="53172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441440"/>
                <a:gridCol w="1589760"/>
                <a:gridCol w="1956600"/>
                <a:gridCol w="3398400"/>
              </a:tblGrid>
              <a:tr h="17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rgbClr val="64748b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FEATURE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LIST [ ]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SET { }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PRIMARY USE CASE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7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Ordering &amp; Indexing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Ordered (Indexable)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641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Unordered (No Index)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641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List: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Positional access &amp; sequence order matter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17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Duplicates &amp; Lookup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Duplicates Allowed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9260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Unique Only (O(1) Search)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9260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Set: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Removing duplicates &amp; fast membership testing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649" name="Google Shape;817;p36"/>
          <p:cNvSpPr/>
          <p:nvPr/>
        </p:nvSpPr>
        <p:spPr>
          <a:xfrm>
            <a:off x="349920" y="82332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UNION (|)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A.union(B)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0" name="Google Shape;818;p36"/>
          <p:cNvSpPr/>
          <p:nvPr/>
        </p:nvSpPr>
        <p:spPr>
          <a:xfrm>
            <a:off x="349920" y="16873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All elements from both sets.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1" name="Google Shape;819;p36"/>
          <p:cNvSpPr/>
          <p:nvPr/>
        </p:nvSpPr>
        <p:spPr>
          <a:xfrm>
            <a:off x="2529000" y="872640"/>
            <a:ext cx="1906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INTERSECTION (&amp;)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A.intersection(B)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2" name="Google Shape;820;p36"/>
          <p:cNvSpPr/>
          <p:nvPr/>
        </p:nvSpPr>
        <p:spPr>
          <a:xfrm>
            <a:off x="2529000" y="16873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Common elements only.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3" name="Google Shape;821;p36"/>
          <p:cNvSpPr/>
          <p:nvPr/>
        </p:nvSpPr>
        <p:spPr>
          <a:xfrm>
            <a:off x="4707720" y="82332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 DIFFERENCE (-)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A.difference(B)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4" name="Google Shape;822;p36"/>
          <p:cNvSpPr/>
          <p:nvPr/>
        </p:nvSpPr>
        <p:spPr>
          <a:xfrm>
            <a:off x="4707720" y="16873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Elements in A but not B.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5" name="Google Shape;823;p36"/>
          <p:cNvSpPr/>
          <p:nvPr/>
        </p:nvSpPr>
        <p:spPr>
          <a:xfrm>
            <a:off x="6886440" y="823320"/>
            <a:ext cx="1906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04 SYM. DIFF (^)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A.sym_diff(B)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6" name="Google Shape;824;p36"/>
          <p:cNvSpPr/>
          <p:nvPr/>
        </p:nvSpPr>
        <p:spPr>
          <a:xfrm>
            <a:off x="6886440" y="1687320"/>
            <a:ext cx="1906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Elements in either, not both.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7" name="Google Shape;825;p36"/>
          <p:cNvSpPr/>
          <p:nvPr/>
        </p:nvSpPr>
        <p:spPr>
          <a:xfrm>
            <a:off x="378720" y="2364480"/>
            <a:ext cx="2724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Relationship Checks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8" name="Google Shape;826;p36"/>
          <p:cNvSpPr/>
          <p:nvPr/>
        </p:nvSpPr>
        <p:spPr>
          <a:xfrm>
            <a:off x="3432240" y="2364480"/>
            <a:ext cx="2724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 Comprehension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Google Shape;827;p36"/>
          <p:cNvSpPr/>
          <p:nvPr/>
        </p:nvSpPr>
        <p:spPr>
          <a:xfrm>
            <a:off x="7085880" y="2360160"/>
            <a:ext cx="167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frozenset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Google Shape;828;p36"/>
          <p:cNvSpPr/>
          <p:nvPr/>
        </p:nvSpPr>
        <p:spPr>
          <a:xfrm>
            <a:off x="6485760" y="2878200"/>
            <a:ext cx="22795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78350f"/>
                </a:solidFill>
                <a:uFillTx/>
                <a:latin typeface="Plus Jakarta Sans SemiBold"/>
                <a:ea typeface="Plus Jakarta Sans SemiBold"/>
              </a:rPr>
              <a:t>An immutable set object. Hashable and valid as a dictionary key or set element.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61" name="Google Shape;829;p36" descr="image.png"/>
          <p:cNvPicPr/>
          <p:nvPr/>
        </p:nvPicPr>
        <p:blipFill>
          <a:blip r:embed="rId21"/>
          <a:stretch/>
        </p:blipFill>
        <p:spPr>
          <a:xfrm>
            <a:off x="4950720" y="3700440"/>
            <a:ext cx="3814560" cy="16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Google Shape;830;p36"/>
          <p:cNvSpPr/>
          <p:nvPr/>
        </p:nvSpPr>
        <p:spPr>
          <a:xfrm>
            <a:off x="378720" y="4486320"/>
            <a:ext cx="144108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3" name="Google Shape;831;p36"/>
          <p:cNvSpPr/>
          <p:nvPr/>
        </p:nvSpPr>
        <p:spPr>
          <a:xfrm>
            <a:off x="1820160" y="4486320"/>
            <a:ext cx="158940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4" name="Google Shape;832;p36"/>
          <p:cNvSpPr/>
          <p:nvPr/>
        </p:nvSpPr>
        <p:spPr>
          <a:xfrm>
            <a:off x="3409920" y="4486320"/>
            <a:ext cx="195660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5" name="Google Shape;833;p36"/>
          <p:cNvSpPr/>
          <p:nvPr/>
        </p:nvSpPr>
        <p:spPr>
          <a:xfrm>
            <a:off x="5366880" y="4486320"/>
            <a:ext cx="339804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6" name="Google Shape;834;p36"/>
          <p:cNvSpPr/>
          <p:nvPr/>
        </p:nvSpPr>
        <p:spPr>
          <a:xfrm>
            <a:off x="1478880" y="1442880"/>
            <a:ext cx="5140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{1, 2, 3}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7" name="Google Shape;835;p36"/>
          <p:cNvSpPr/>
          <p:nvPr/>
        </p:nvSpPr>
        <p:spPr>
          <a:xfrm>
            <a:off x="3657600" y="1521720"/>
            <a:ext cx="1710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{2}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8" name="Google Shape;836;p36"/>
          <p:cNvSpPr/>
          <p:nvPr/>
        </p:nvSpPr>
        <p:spPr>
          <a:xfrm>
            <a:off x="5836320" y="1442880"/>
            <a:ext cx="1710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{1}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9" name="Google Shape;837;p36"/>
          <p:cNvSpPr/>
          <p:nvPr/>
        </p:nvSpPr>
        <p:spPr>
          <a:xfrm>
            <a:off x="8015400" y="1442880"/>
            <a:ext cx="342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{1, 3}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70" name="Google Shape;838;p36" descr="image.png"/>
          <p:cNvPicPr/>
          <p:nvPr/>
        </p:nvPicPr>
        <p:blipFill>
          <a:blip r:embed="rId22"/>
          <a:stretch/>
        </p:blipFill>
        <p:spPr>
          <a:xfrm>
            <a:off x="378720" y="238608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Google Shape;839;p36"/>
          <p:cNvSpPr/>
          <p:nvPr/>
        </p:nvSpPr>
        <p:spPr>
          <a:xfrm>
            <a:off x="843120" y="2826360"/>
            <a:ext cx="4568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issubset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2" name="Google Shape;840;p36"/>
          <p:cNvSpPr/>
          <p:nvPr/>
        </p:nvSpPr>
        <p:spPr>
          <a:xfrm>
            <a:off x="2135880" y="2826360"/>
            <a:ext cx="22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True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3" name="Google Shape;841;p36"/>
          <p:cNvSpPr/>
          <p:nvPr/>
        </p:nvSpPr>
        <p:spPr>
          <a:xfrm>
            <a:off x="843120" y="2956320"/>
            <a:ext cx="5713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isdisjoint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4" name="Google Shape;842;p36"/>
          <p:cNvSpPr/>
          <p:nvPr/>
        </p:nvSpPr>
        <p:spPr>
          <a:xfrm>
            <a:off x="2079000" y="2956320"/>
            <a:ext cx="22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True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75" name="Google Shape;843;p36" descr="image.png"/>
          <p:cNvPicPr/>
          <p:nvPr/>
        </p:nvPicPr>
        <p:blipFill>
          <a:blip r:embed="rId23"/>
          <a:stretch/>
        </p:blipFill>
        <p:spPr>
          <a:xfrm>
            <a:off x="3432240" y="2386080"/>
            <a:ext cx="114120" cy="1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6" name="Google Shape;844;p36"/>
          <p:cNvSpPr/>
          <p:nvPr/>
        </p:nvSpPr>
        <p:spPr>
          <a:xfrm>
            <a:off x="3782160" y="2826360"/>
            <a:ext cx="1710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7" name="Google Shape;845;p36"/>
          <p:cNvSpPr/>
          <p:nvPr/>
        </p:nvSpPr>
        <p:spPr>
          <a:xfrm>
            <a:off x="4125240" y="2826360"/>
            <a:ext cx="1141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8" name="Google Shape;846;p36"/>
          <p:cNvSpPr/>
          <p:nvPr/>
        </p:nvSpPr>
        <p:spPr>
          <a:xfrm>
            <a:off x="3496320" y="2956320"/>
            <a:ext cx="19429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i="1" lang="en" sz="7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{1, 4, 9} (Deduplicated)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79" name="Google Shape;847;p36" descr="image.png"/>
          <p:cNvPicPr/>
          <p:nvPr/>
        </p:nvPicPr>
        <p:blipFill>
          <a:blip r:embed="rId24"/>
          <a:stretch/>
        </p:blipFill>
        <p:spPr>
          <a:xfrm>
            <a:off x="8236800" y="2375280"/>
            <a:ext cx="5281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0" name="Google Shape;848;p36" descr="image.png"/>
          <p:cNvPicPr/>
          <p:nvPr/>
        </p:nvPicPr>
        <p:blipFill>
          <a:blip r:embed="rId25"/>
          <a:stretch/>
        </p:blipFill>
        <p:spPr>
          <a:xfrm>
            <a:off x="378720" y="373608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Google Shape;849;p36"/>
          <p:cNvSpPr/>
          <p:nvPr/>
        </p:nvSpPr>
        <p:spPr>
          <a:xfrm>
            <a:off x="378720" y="4673880"/>
            <a:ext cx="1441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2" name="Google Shape;850;p36"/>
          <p:cNvSpPr/>
          <p:nvPr/>
        </p:nvSpPr>
        <p:spPr>
          <a:xfrm>
            <a:off x="1820160" y="4673880"/>
            <a:ext cx="15894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3" name="Google Shape;851;p36"/>
          <p:cNvSpPr/>
          <p:nvPr/>
        </p:nvSpPr>
        <p:spPr>
          <a:xfrm>
            <a:off x="3409920" y="4673880"/>
            <a:ext cx="1956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4" name="Google Shape;852;p36"/>
          <p:cNvSpPr/>
          <p:nvPr/>
        </p:nvSpPr>
        <p:spPr>
          <a:xfrm>
            <a:off x="5366880" y="4673880"/>
            <a:ext cx="33980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85" name="Google Shape;853;p36" descr="image.png"/>
          <p:cNvPicPr/>
          <p:nvPr/>
        </p:nvPicPr>
        <p:blipFill>
          <a:blip r:embed="rId26"/>
          <a:stretch/>
        </p:blipFill>
        <p:spPr>
          <a:xfrm>
            <a:off x="6485760" y="238608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6" name="Google Shape;854;p36" descr="image.png"/>
          <p:cNvPicPr/>
          <p:nvPr/>
        </p:nvPicPr>
        <p:blipFill>
          <a:blip r:embed="rId27"/>
          <a:stretch/>
        </p:blipFill>
        <p:spPr>
          <a:xfrm>
            <a:off x="1877400" y="453996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7" name="Google Shape;855;p36" descr="image.png"/>
          <p:cNvPicPr/>
          <p:nvPr/>
        </p:nvPicPr>
        <p:blipFill>
          <a:blip r:embed="rId28"/>
          <a:stretch/>
        </p:blipFill>
        <p:spPr>
          <a:xfrm>
            <a:off x="3467160" y="4539960"/>
            <a:ext cx="78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Google Shape;856;p36" descr="image.png"/>
          <p:cNvPicPr/>
          <p:nvPr/>
        </p:nvPicPr>
        <p:blipFill>
          <a:blip r:embed="rId29"/>
          <a:stretch/>
        </p:blipFill>
        <p:spPr>
          <a:xfrm>
            <a:off x="1877400" y="47275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Google Shape;857;p36" descr="image.png"/>
          <p:cNvPicPr/>
          <p:nvPr/>
        </p:nvPicPr>
        <p:blipFill>
          <a:blip r:embed="rId30"/>
          <a:stretch/>
        </p:blipFill>
        <p:spPr>
          <a:xfrm>
            <a:off x="3467160" y="472752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Google Shape;858;p36" descr="image.png"/>
          <p:cNvPicPr/>
          <p:nvPr/>
        </p:nvPicPr>
        <p:blipFill>
          <a:blip r:embed="rId31"/>
          <a:stretch/>
        </p:blipFill>
        <p:spPr>
          <a:xfrm>
            <a:off x="1877400" y="453996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1" name="Google Shape;859;p36" descr="image.png"/>
          <p:cNvPicPr/>
          <p:nvPr/>
        </p:nvPicPr>
        <p:blipFill>
          <a:blip r:embed="rId32"/>
          <a:stretch/>
        </p:blipFill>
        <p:spPr>
          <a:xfrm>
            <a:off x="3467160" y="4539960"/>
            <a:ext cx="78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2" name="Google Shape;860;p36" descr="image.png"/>
          <p:cNvPicPr/>
          <p:nvPr/>
        </p:nvPicPr>
        <p:blipFill>
          <a:blip r:embed="rId33"/>
          <a:stretch/>
        </p:blipFill>
        <p:spPr>
          <a:xfrm>
            <a:off x="1877400" y="47275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Google Shape;861;p36" descr="image.png"/>
          <p:cNvPicPr/>
          <p:nvPr/>
        </p:nvPicPr>
        <p:blipFill>
          <a:blip r:embed="rId34"/>
          <a:stretch/>
        </p:blipFill>
        <p:spPr>
          <a:xfrm>
            <a:off x="3467160" y="4727520"/>
            <a:ext cx="106920" cy="10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866;p3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5" name="Google Shape;867;p37" descr="image.png"/>
          <p:cNvPicPr/>
          <p:nvPr/>
        </p:nvPicPr>
        <p:blipFill>
          <a:blip r:embed="rId2"/>
          <a:stretch/>
        </p:blipFill>
        <p:spPr>
          <a:xfrm>
            <a:off x="257040" y="3886200"/>
            <a:ext cx="862920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Google Shape;868;p37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722480" cy="275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Google Shape;869;p37" descr="image.png"/>
          <p:cNvPicPr/>
          <p:nvPr/>
        </p:nvPicPr>
        <p:blipFill>
          <a:blip r:embed="rId4"/>
          <a:stretch/>
        </p:blipFill>
        <p:spPr>
          <a:xfrm>
            <a:off x="392760" y="1332360"/>
            <a:ext cx="4451040" cy="13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Google Shape;870;p37" descr="image.png"/>
          <p:cNvPicPr/>
          <p:nvPr/>
        </p:nvPicPr>
        <p:blipFill>
          <a:blip r:embed="rId5"/>
          <a:stretch/>
        </p:blipFill>
        <p:spPr>
          <a:xfrm>
            <a:off x="392760" y="2971800"/>
            <a:ext cx="44510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9" name="Google Shape;871;p37" descr="image.png"/>
          <p:cNvPicPr/>
          <p:nvPr/>
        </p:nvPicPr>
        <p:blipFill>
          <a:blip r:embed="rId6"/>
          <a:stretch/>
        </p:blipFill>
        <p:spPr>
          <a:xfrm>
            <a:off x="392760" y="4264920"/>
            <a:ext cx="2728440" cy="58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Google Shape;872;p37" descr="image.png"/>
          <p:cNvPicPr/>
          <p:nvPr/>
        </p:nvPicPr>
        <p:blipFill>
          <a:blip r:embed="rId7"/>
          <a:stretch/>
        </p:blipFill>
        <p:spPr>
          <a:xfrm>
            <a:off x="3207600" y="4264920"/>
            <a:ext cx="2182680" cy="58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Google Shape;873;p37" descr="image.png"/>
          <p:cNvPicPr/>
          <p:nvPr/>
        </p:nvPicPr>
        <p:blipFill>
          <a:blip r:embed="rId8"/>
          <a:stretch/>
        </p:blipFill>
        <p:spPr>
          <a:xfrm>
            <a:off x="5476320" y="4264920"/>
            <a:ext cx="3274200" cy="58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2" name="Google Shape;874;p37" descr="image.png"/>
          <p:cNvPicPr/>
          <p:nvPr/>
        </p:nvPicPr>
        <p:blipFill>
          <a:blip r:embed="rId9"/>
          <a:stretch/>
        </p:blipFill>
        <p:spPr>
          <a:xfrm>
            <a:off x="6615000" y="257040"/>
            <a:ext cx="2271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3" name="Google Shape;875;p37"/>
          <p:cNvSpPr/>
          <p:nvPr/>
        </p:nvSpPr>
        <p:spPr>
          <a:xfrm>
            <a:off x="257040" y="309240"/>
            <a:ext cx="31798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DICTIONARIES IN PYTHON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4" name="Google Shape;876;p37"/>
          <p:cNvSpPr/>
          <p:nvPr/>
        </p:nvSpPr>
        <p:spPr>
          <a:xfrm>
            <a:off x="2287440" y="3998880"/>
            <a:ext cx="64630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334155"/>
                </a:solidFill>
                <a:uFillTx/>
                <a:latin typeface="Plus Jakarta Sans ExtraBold"/>
                <a:ea typeface="Plus Jakarta Sans ExtraBold"/>
              </a:rPr>
              <a:t>How a Dictionary is Created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5" name="Google Shape;877;p37"/>
          <p:cNvSpPr/>
          <p:nvPr/>
        </p:nvSpPr>
        <p:spPr>
          <a:xfrm>
            <a:off x="527400" y="849960"/>
            <a:ext cx="43167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Key–Value Mapping Structure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06" name="Google Shape;878;p37" descr="image.png"/>
          <p:cNvPicPr/>
          <p:nvPr/>
        </p:nvPicPr>
        <p:blipFill>
          <a:blip r:embed="rId10"/>
          <a:stretch/>
        </p:blipFill>
        <p:spPr>
          <a:xfrm>
            <a:off x="5108400" y="7142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Google Shape;879;p37" descr="image.png"/>
          <p:cNvPicPr/>
          <p:nvPr/>
        </p:nvPicPr>
        <p:blipFill>
          <a:blip r:embed="rId11"/>
          <a:stretch/>
        </p:blipFill>
        <p:spPr>
          <a:xfrm>
            <a:off x="5108400" y="14198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8" name="Google Shape;880;p37" descr="image.png"/>
          <p:cNvPicPr/>
          <p:nvPr/>
        </p:nvPicPr>
        <p:blipFill>
          <a:blip r:embed="rId12"/>
          <a:stretch/>
        </p:blipFill>
        <p:spPr>
          <a:xfrm>
            <a:off x="5108400" y="212544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9" name="Google Shape;881;p37" descr="image.png"/>
          <p:cNvPicPr/>
          <p:nvPr/>
        </p:nvPicPr>
        <p:blipFill>
          <a:blip r:embed="rId13"/>
          <a:stretch/>
        </p:blipFill>
        <p:spPr>
          <a:xfrm>
            <a:off x="5108400" y="2830680"/>
            <a:ext cx="377784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0" name="Google Shape;882;p37" descr="image.png"/>
          <p:cNvPicPr/>
          <p:nvPr/>
        </p:nvPicPr>
        <p:blipFill>
          <a:blip r:embed="rId14"/>
          <a:stretch/>
        </p:blipFill>
        <p:spPr>
          <a:xfrm>
            <a:off x="4850640" y="3979080"/>
            <a:ext cx="3900240" cy="1782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711" name="Google Shape;883;p37"/>
          <p:cNvGraphicFramePr/>
          <p:nvPr/>
        </p:nvGraphicFramePr>
        <p:xfrm>
          <a:off x="514440" y="1439640"/>
          <a:ext cx="4208040" cy="122184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832040"/>
                <a:gridCol w="754920"/>
                <a:gridCol w="1620720"/>
              </a:tblGrid>
              <a:tr h="28548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Key (Unique &amp; Hashable)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9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Mapping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Value (Any Data Type)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8548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JetBrains Mono"/>
                          <a:ea typeface="JetBrains Mono"/>
                        </a:rPr>
                        <a:t>"name"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JetBrains Mono"/>
                          <a:ea typeface="JetBrains Mono"/>
                        </a:rPr>
                        <a:t>"Rahul"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28548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JetBrains Mono"/>
                          <a:ea typeface="JetBrains Mono"/>
                        </a:rPr>
                        <a:t>"age"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JetBrains Mono"/>
                          <a:ea typeface="JetBrains Mono"/>
                        </a:rPr>
                        <a:t>22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28548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JetBrains Mono"/>
                          <a:ea typeface="JetBrains Mono"/>
                        </a:rPr>
                        <a:t>"branch"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7856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7856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JetBrains Mono"/>
                          <a:ea typeface="JetBrains Mono"/>
                        </a:rPr>
                        <a:t>"AI"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712" name="Google Shape;884;p37"/>
          <p:cNvSpPr/>
          <p:nvPr/>
        </p:nvSpPr>
        <p:spPr>
          <a:xfrm>
            <a:off x="500040" y="3080880"/>
            <a:ext cx="2228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Access Value by Key: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student["name"]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13" name="Google Shape;885;p37" descr="image.png"/>
          <p:cNvPicPr/>
          <p:nvPr/>
        </p:nvPicPr>
        <p:blipFill>
          <a:blip r:embed="rId15"/>
          <a:stretch/>
        </p:blipFill>
        <p:spPr>
          <a:xfrm>
            <a:off x="3929760" y="3050280"/>
            <a:ext cx="80676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Google Shape;886;p37"/>
          <p:cNvSpPr/>
          <p:nvPr/>
        </p:nvSpPr>
        <p:spPr>
          <a:xfrm>
            <a:off x="5458680" y="882720"/>
            <a:ext cx="33062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KEY → VALUE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5" name="Google Shape;887;p37"/>
          <p:cNvSpPr/>
          <p:nvPr/>
        </p:nvSpPr>
        <p:spPr>
          <a:xfrm>
            <a:off x="5251320" y="104112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Data is stored in associated pairs linking a unique key to a value.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6" name="Google Shape;888;p37"/>
          <p:cNvSpPr/>
          <p:nvPr/>
        </p:nvSpPr>
        <p:spPr>
          <a:xfrm>
            <a:off x="5429880" y="1587960"/>
            <a:ext cx="3335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UNIQUE KEYS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7" name="Google Shape;889;p37"/>
          <p:cNvSpPr/>
          <p:nvPr/>
        </p:nvSpPr>
        <p:spPr>
          <a:xfrm>
            <a:off x="5251320" y="174672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Keys must be unique; re-assigning an existing key updates its value.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8" name="Google Shape;890;p37"/>
          <p:cNvSpPr/>
          <p:nvPr/>
        </p:nvSpPr>
        <p:spPr>
          <a:xfrm>
            <a:off x="5429880" y="2293560"/>
            <a:ext cx="3335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MUTABLE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9" name="Google Shape;891;p37"/>
          <p:cNvSpPr/>
          <p:nvPr/>
        </p:nvSpPr>
        <p:spPr>
          <a:xfrm>
            <a:off x="5251320" y="2451960"/>
            <a:ext cx="351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Pairs can be added, updated, or deleted after dictionary creation.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0" name="Google Shape;892;p37"/>
          <p:cNvSpPr/>
          <p:nvPr/>
        </p:nvSpPr>
        <p:spPr>
          <a:xfrm>
            <a:off x="5429880" y="2926800"/>
            <a:ext cx="3335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MEANINGFUL ACCESS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1" name="Google Shape;893;p37"/>
          <p:cNvSpPr/>
          <p:nvPr/>
        </p:nvSpPr>
        <p:spPr>
          <a:xfrm>
            <a:off x="5251320" y="3085200"/>
            <a:ext cx="35136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Values are retrieved instantly via named keys rather than numeric indices.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22" name="Google Shape;894;p37" descr="image.png"/>
          <p:cNvPicPr/>
          <p:nvPr/>
        </p:nvPicPr>
        <p:blipFill>
          <a:blip r:embed="rId16"/>
          <a:stretch/>
        </p:blipFill>
        <p:spPr>
          <a:xfrm>
            <a:off x="392760" y="4025520"/>
            <a:ext cx="1339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3" name="Google Shape;895;p37" descr="image.png"/>
          <p:cNvPicPr/>
          <p:nvPr/>
        </p:nvPicPr>
        <p:blipFill>
          <a:blip r:embed="rId17"/>
          <a:stretch/>
        </p:blipFill>
        <p:spPr>
          <a:xfrm>
            <a:off x="4943520" y="4029120"/>
            <a:ext cx="85320" cy="9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Google Shape;896;p37"/>
          <p:cNvSpPr/>
          <p:nvPr/>
        </p:nvSpPr>
        <p:spPr>
          <a:xfrm>
            <a:off x="500040" y="4393080"/>
            <a:ext cx="251424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1. LITERAL SYNTAX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5" name="Google Shape;897;p37"/>
          <p:cNvSpPr/>
          <p:nvPr/>
        </p:nvSpPr>
        <p:spPr>
          <a:xfrm>
            <a:off x="3314880" y="4393080"/>
            <a:ext cx="196848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2. EMPTY DICTIONARY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6" name="Google Shape;898;p37"/>
          <p:cNvSpPr/>
          <p:nvPr/>
        </p:nvSpPr>
        <p:spPr>
          <a:xfrm>
            <a:off x="3314880" y="4559760"/>
            <a:ext cx="19684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 = {} </a:t>
            </a:r>
            <a:r>
              <a:rPr b="0" lang="en" sz="900" strike="noStrike" u="none">
                <a:solidFill>
                  <a:srgbClr val="059669"/>
                </a:solidFill>
                <a:uFillTx/>
                <a:latin typeface="Plus Jakarta Sans ExtraBold"/>
                <a:ea typeface="Plus Jakarta Sans ExtraBold"/>
              </a:rPr>
              <a:t>dict object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Google Shape;899;p37"/>
          <p:cNvSpPr/>
          <p:nvPr/>
        </p:nvSpPr>
        <p:spPr>
          <a:xfrm>
            <a:off x="5583600" y="4332240"/>
            <a:ext cx="306000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3. DICT() CONSTRUCTOR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8" name="Google Shape;900;p37"/>
          <p:cNvSpPr/>
          <p:nvPr/>
        </p:nvSpPr>
        <p:spPr>
          <a:xfrm>
            <a:off x="5583600" y="4559760"/>
            <a:ext cx="30600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dict(name="Rahul", age=22)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29" name="Google Shape;901;p37" descr="image.png"/>
          <p:cNvPicPr/>
          <p:nvPr/>
        </p:nvPicPr>
        <p:blipFill>
          <a:blip r:embed="rId18"/>
          <a:stretch/>
        </p:blipFill>
        <p:spPr>
          <a:xfrm>
            <a:off x="396360" y="864360"/>
            <a:ext cx="1267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Google Shape;902;p37"/>
          <p:cNvSpPr/>
          <p:nvPr/>
        </p:nvSpPr>
        <p:spPr>
          <a:xfrm>
            <a:off x="514440" y="1607400"/>
            <a:ext cx="1832040" cy="684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1" name="Google Shape;903;p37"/>
          <p:cNvSpPr/>
          <p:nvPr/>
        </p:nvSpPr>
        <p:spPr>
          <a:xfrm>
            <a:off x="2346840" y="1607400"/>
            <a:ext cx="754560" cy="684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2" name="Google Shape;904;p37"/>
          <p:cNvSpPr/>
          <p:nvPr/>
        </p:nvSpPr>
        <p:spPr>
          <a:xfrm>
            <a:off x="3101760" y="1607400"/>
            <a:ext cx="1620720" cy="684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33" name="Google Shape;905;p37" descr="image.png"/>
          <p:cNvPicPr/>
          <p:nvPr/>
        </p:nvPicPr>
        <p:blipFill>
          <a:blip r:embed="rId19"/>
          <a:stretch/>
        </p:blipFill>
        <p:spPr>
          <a:xfrm>
            <a:off x="5251320" y="892800"/>
            <a:ext cx="1497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4" name="Google Shape;906;p37" descr="image.png"/>
          <p:cNvPicPr/>
          <p:nvPr/>
        </p:nvPicPr>
        <p:blipFill>
          <a:blip r:embed="rId20"/>
          <a:stretch/>
        </p:blipFill>
        <p:spPr>
          <a:xfrm>
            <a:off x="5251320" y="1598400"/>
            <a:ext cx="1209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5" name="Google Shape;907;p37" descr="image.png"/>
          <p:cNvPicPr/>
          <p:nvPr/>
        </p:nvPicPr>
        <p:blipFill>
          <a:blip r:embed="rId21"/>
          <a:stretch/>
        </p:blipFill>
        <p:spPr>
          <a:xfrm>
            <a:off x="5251320" y="2304000"/>
            <a:ext cx="1209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6" name="Google Shape;908;p37" descr="image.png"/>
          <p:cNvPicPr/>
          <p:nvPr/>
        </p:nvPicPr>
        <p:blipFill>
          <a:blip r:embed="rId22"/>
          <a:stretch/>
        </p:blipFill>
        <p:spPr>
          <a:xfrm>
            <a:off x="5251320" y="2936880"/>
            <a:ext cx="120960" cy="1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7" name="Google Shape;909;p37" descr="image.png"/>
          <p:cNvPicPr/>
          <p:nvPr/>
        </p:nvPicPr>
        <p:blipFill>
          <a:blip r:embed="rId23"/>
          <a:stretch/>
        </p:blipFill>
        <p:spPr>
          <a:xfrm>
            <a:off x="7183080" y="4529160"/>
            <a:ext cx="15818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Google Shape;910;p37"/>
          <p:cNvSpPr/>
          <p:nvPr/>
        </p:nvSpPr>
        <p:spPr>
          <a:xfrm>
            <a:off x="514440" y="1928880"/>
            <a:ext cx="18320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9" name="Google Shape;911;p37"/>
          <p:cNvSpPr/>
          <p:nvPr/>
        </p:nvSpPr>
        <p:spPr>
          <a:xfrm>
            <a:off x="2346840" y="1928880"/>
            <a:ext cx="7545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0" name="Google Shape;912;p37"/>
          <p:cNvSpPr/>
          <p:nvPr/>
        </p:nvSpPr>
        <p:spPr>
          <a:xfrm>
            <a:off x="3101760" y="1928880"/>
            <a:ext cx="16207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1" name="Google Shape;913;p37"/>
          <p:cNvSpPr/>
          <p:nvPr/>
        </p:nvSpPr>
        <p:spPr>
          <a:xfrm>
            <a:off x="514440" y="2250360"/>
            <a:ext cx="18320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2" name="Google Shape;914;p37"/>
          <p:cNvSpPr/>
          <p:nvPr/>
        </p:nvSpPr>
        <p:spPr>
          <a:xfrm>
            <a:off x="2346840" y="2250360"/>
            <a:ext cx="7545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3" name="Google Shape;915;p37"/>
          <p:cNvSpPr/>
          <p:nvPr/>
        </p:nvSpPr>
        <p:spPr>
          <a:xfrm>
            <a:off x="3101760" y="2250360"/>
            <a:ext cx="16207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4" name="Google Shape;916;p37"/>
          <p:cNvSpPr/>
          <p:nvPr/>
        </p:nvSpPr>
        <p:spPr>
          <a:xfrm>
            <a:off x="514440" y="2571840"/>
            <a:ext cx="18320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5" name="Google Shape;917;p37"/>
          <p:cNvSpPr/>
          <p:nvPr/>
        </p:nvSpPr>
        <p:spPr>
          <a:xfrm>
            <a:off x="2346840" y="2571840"/>
            <a:ext cx="7545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6" name="Google Shape;918;p37"/>
          <p:cNvSpPr/>
          <p:nvPr/>
        </p:nvSpPr>
        <p:spPr>
          <a:xfrm>
            <a:off x="3101760" y="2571840"/>
            <a:ext cx="16207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7" name="Google Shape;919;p37" descr="image.png"/>
          <p:cNvPicPr/>
          <p:nvPr/>
        </p:nvPicPr>
        <p:blipFill>
          <a:blip r:embed="rId24"/>
          <a:stretch/>
        </p:blipFill>
        <p:spPr>
          <a:xfrm>
            <a:off x="2677680" y="203940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Google Shape;920;p37" descr="image.png"/>
          <p:cNvPicPr/>
          <p:nvPr/>
        </p:nvPicPr>
        <p:blipFill>
          <a:blip r:embed="rId25"/>
          <a:stretch/>
        </p:blipFill>
        <p:spPr>
          <a:xfrm>
            <a:off x="2677680" y="171792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9" name="Google Shape;921;p37" descr="image.png"/>
          <p:cNvPicPr/>
          <p:nvPr/>
        </p:nvPicPr>
        <p:blipFill>
          <a:blip r:embed="rId26"/>
          <a:stretch/>
        </p:blipFill>
        <p:spPr>
          <a:xfrm>
            <a:off x="2677680" y="23608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0" name="Google Shape;922;p37" descr="image.png"/>
          <p:cNvPicPr/>
          <p:nvPr/>
        </p:nvPicPr>
        <p:blipFill>
          <a:blip r:embed="rId27"/>
          <a:stretch/>
        </p:blipFill>
        <p:spPr>
          <a:xfrm>
            <a:off x="527400" y="1735920"/>
            <a:ext cx="514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Google Shape;923;p37" descr="image.png"/>
          <p:cNvPicPr/>
          <p:nvPr/>
        </p:nvPicPr>
        <p:blipFill>
          <a:blip r:embed="rId28"/>
          <a:stretch/>
        </p:blipFill>
        <p:spPr>
          <a:xfrm>
            <a:off x="2677680" y="171792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2" name="Google Shape;924;p37" descr="image.png"/>
          <p:cNvPicPr/>
          <p:nvPr/>
        </p:nvPicPr>
        <p:blipFill>
          <a:blip r:embed="rId29"/>
          <a:stretch/>
        </p:blipFill>
        <p:spPr>
          <a:xfrm>
            <a:off x="3103560" y="1729800"/>
            <a:ext cx="57816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3" name="Google Shape;925;p37" descr="image.png"/>
          <p:cNvPicPr/>
          <p:nvPr/>
        </p:nvPicPr>
        <p:blipFill>
          <a:blip r:embed="rId30"/>
          <a:stretch/>
        </p:blipFill>
        <p:spPr>
          <a:xfrm>
            <a:off x="559440" y="2053800"/>
            <a:ext cx="44964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4" name="Google Shape;926;p37" descr="image.png"/>
          <p:cNvPicPr/>
          <p:nvPr/>
        </p:nvPicPr>
        <p:blipFill>
          <a:blip r:embed="rId31"/>
          <a:stretch/>
        </p:blipFill>
        <p:spPr>
          <a:xfrm>
            <a:off x="2677680" y="203940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5" name="Google Shape;927;p37" descr="image.png"/>
          <p:cNvPicPr/>
          <p:nvPr/>
        </p:nvPicPr>
        <p:blipFill>
          <a:blip r:embed="rId32"/>
          <a:stretch/>
        </p:blipFill>
        <p:spPr>
          <a:xfrm>
            <a:off x="3101760" y="2044800"/>
            <a:ext cx="2566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6" name="Google Shape;928;p37" descr="image.png"/>
          <p:cNvPicPr/>
          <p:nvPr/>
        </p:nvPicPr>
        <p:blipFill>
          <a:blip r:embed="rId33"/>
          <a:stretch/>
        </p:blipFill>
        <p:spPr>
          <a:xfrm>
            <a:off x="520200" y="2353680"/>
            <a:ext cx="6426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7" name="Google Shape;929;p37" descr="image.png"/>
          <p:cNvPicPr/>
          <p:nvPr/>
        </p:nvPicPr>
        <p:blipFill>
          <a:blip r:embed="rId34"/>
          <a:stretch/>
        </p:blipFill>
        <p:spPr>
          <a:xfrm>
            <a:off x="2677680" y="23608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8" name="Google Shape;930;p37" descr="image.png"/>
          <p:cNvPicPr/>
          <p:nvPr/>
        </p:nvPicPr>
        <p:blipFill>
          <a:blip r:embed="rId35"/>
          <a:stretch/>
        </p:blipFill>
        <p:spPr>
          <a:xfrm>
            <a:off x="3103560" y="2353680"/>
            <a:ext cx="385560" cy="1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935;p3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0" name="Google Shape;936;p38" descr="image.png"/>
          <p:cNvPicPr/>
          <p:nvPr/>
        </p:nvPicPr>
        <p:blipFill>
          <a:blip r:embed="rId2"/>
          <a:stretch/>
        </p:blipFill>
        <p:spPr>
          <a:xfrm>
            <a:off x="257040" y="4572000"/>
            <a:ext cx="862920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1" name="Google Shape;937;p38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4264560" cy="17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2" name="Google Shape;938;p38" descr="image.png"/>
          <p:cNvPicPr/>
          <p:nvPr/>
        </p:nvPicPr>
        <p:blipFill>
          <a:blip r:embed="rId4"/>
          <a:stretch/>
        </p:blipFill>
        <p:spPr>
          <a:xfrm>
            <a:off x="4622040" y="714240"/>
            <a:ext cx="4264560" cy="17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3" name="Google Shape;939;p38" descr="image.png"/>
          <p:cNvPicPr/>
          <p:nvPr/>
        </p:nvPicPr>
        <p:blipFill>
          <a:blip r:embed="rId5"/>
          <a:stretch/>
        </p:blipFill>
        <p:spPr>
          <a:xfrm>
            <a:off x="257040" y="2575800"/>
            <a:ext cx="4264560" cy="153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4" name="Google Shape;940;p38" descr="image.png"/>
          <p:cNvPicPr/>
          <p:nvPr/>
        </p:nvPicPr>
        <p:blipFill>
          <a:blip r:embed="rId6"/>
          <a:stretch/>
        </p:blipFill>
        <p:spPr>
          <a:xfrm>
            <a:off x="4622040" y="2575800"/>
            <a:ext cx="4264560" cy="153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5" name="Google Shape;941;p38" descr="image.png"/>
          <p:cNvPicPr/>
          <p:nvPr/>
        </p:nvPicPr>
        <p:blipFill>
          <a:blip r:embed="rId7"/>
          <a:stretch/>
        </p:blipFill>
        <p:spPr>
          <a:xfrm>
            <a:off x="378720" y="1811520"/>
            <a:ext cx="402156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6" name="Google Shape;942;p38" descr="image.png"/>
          <p:cNvPicPr/>
          <p:nvPr/>
        </p:nvPicPr>
        <p:blipFill>
          <a:blip r:embed="rId8"/>
          <a:stretch/>
        </p:blipFill>
        <p:spPr>
          <a:xfrm>
            <a:off x="378720" y="2118600"/>
            <a:ext cx="4021560" cy="2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7" name="Google Shape;943;p38" descr="image.png"/>
          <p:cNvPicPr/>
          <p:nvPr/>
        </p:nvPicPr>
        <p:blipFill>
          <a:blip r:embed="rId9"/>
          <a:stretch/>
        </p:blipFill>
        <p:spPr>
          <a:xfrm>
            <a:off x="4743720" y="1159920"/>
            <a:ext cx="4021200" cy="58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8" name="Google Shape;944;p38" descr="image.png"/>
          <p:cNvPicPr/>
          <p:nvPr/>
        </p:nvPicPr>
        <p:blipFill>
          <a:blip r:embed="rId10"/>
          <a:stretch/>
        </p:blipFill>
        <p:spPr>
          <a:xfrm>
            <a:off x="4743360" y="1873800"/>
            <a:ext cx="4021560" cy="50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9" name="Google Shape;945;p38" descr="image.png"/>
          <p:cNvPicPr/>
          <p:nvPr/>
        </p:nvPicPr>
        <p:blipFill>
          <a:blip r:embed="rId11"/>
          <a:stretch/>
        </p:blipFill>
        <p:spPr>
          <a:xfrm>
            <a:off x="378720" y="3085920"/>
            <a:ext cx="1982160" cy="50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0" name="Google Shape;946;p38" descr="image.png"/>
          <p:cNvPicPr/>
          <p:nvPr/>
        </p:nvPicPr>
        <p:blipFill>
          <a:blip r:embed="rId12"/>
          <a:stretch/>
        </p:blipFill>
        <p:spPr>
          <a:xfrm>
            <a:off x="2418120" y="3085920"/>
            <a:ext cx="1982160" cy="50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1" name="Google Shape;947;p38" descr="image.png"/>
          <p:cNvPicPr/>
          <p:nvPr/>
        </p:nvPicPr>
        <p:blipFill>
          <a:blip r:embed="rId13"/>
          <a:stretch/>
        </p:blipFill>
        <p:spPr>
          <a:xfrm>
            <a:off x="378720" y="3650400"/>
            <a:ext cx="1982160" cy="50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2" name="Google Shape;948;p38" descr="image.png"/>
          <p:cNvPicPr/>
          <p:nvPr/>
        </p:nvPicPr>
        <p:blipFill>
          <a:blip r:embed="rId14"/>
          <a:stretch/>
        </p:blipFill>
        <p:spPr>
          <a:xfrm>
            <a:off x="2418120" y="3650400"/>
            <a:ext cx="1982160" cy="50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3" name="Google Shape;949;p38" descr="image.png"/>
          <p:cNvPicPr/>
          <p:nvPr/>
        </p:nvPicPr>
        <p:blipFill>
          <a:blip r:embed="rId15"/>
          <a:stretch/>
        </p:blipFill>
        <p:spPr>
          <a:xfrm>
            <a:off x="4743360" y="3575160"/>
            <a:ext cx="2507040" cy="36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4" name="Google Shape;950;p38" descr="image.png"/>
          <p:cNvPicPr/>
          <p:nvPr/>
        </p:nvPicPr>
        <p:blipFill>
          <a:blip r:embed="rId16"/>
          <a:stretch/>
        </p:blipFill>
        <p:spPr>
          <a:xfrm>
            <a:off x="7322400" y="3505680"/>
            <a:ext cx="1442520" cy="50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5" name="Google Shape;951;p38" descr="image.png"/>
          <p:cNvPicPr/>
          <p:nvPr/>
        </p:nvPicPr>
        <p:blipFill>
          <a:blip r:embed="rId17"/>
          <a:stretch/>
        </p:blipFill>
        <p:spPr>
          <a:xfrm>
            <a:off x="6429240" y="257040"/>
            <a:ext cx="24570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Google Shape;952;p38"/>
          <p:cNvSpPr/>
          <p:nvPr/>
        </p:nvSpPr>
        <p:spPr>
          <a:xfrm>
            <a:off x="257040" y="309240"/>
            <a:ext cx="37915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WORKING WITH DICTIONARIES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77" name="Google Shape;953;p38" descr="image.png"/>
          <p:cNvPicPr/>
          <p:nvPr/>
        </p:nvPicPr>
        <p:blipFill>
          <a:blip r:embed="rId18"/>
          <a:stretch/>
        </p:blipFill>
        <p:spPr>
          <a:xfrm>
            <a:off x="6536520" y="31968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8" name="Google Shape;954;p38"/>
          <p:cNvSpPr/>
          <p:nvPr/>
        </p:nvSpPr>
        <p:spPr>
          <a:xfrm>
            <a:off x="392760" y="4693320"/>
            <a:ext cx="20786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DICTIONARY CAPABILITIES SUMMARY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9" name="Google Shape;955;p38"/>
          <p:cNvSpPr/>
          <p:nvPr/>
        </p:nvSpPr>
        <p:spPr>
          <a:xfrm>
            <a:off x="617760" y="912600"/>
            <a:ext cx="3893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ACCESSING &amp; SAFE LOOKUP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d = {"name": "Rahul", "age": 22}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0" name="Google Shape;956;p38"/>
          <p:cNvSpPr/>
          <p:nvPr/>
        </p:nvSpPr>
        <p:spPr>
          <a:xfrm>
            <a:off x="6429240" y="819720"/>
            <a:ext cx="23356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ADDING &amp; UPDATING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1" name="Google Shape;957;p38"/>
          <p:cNvSpPr/>
          <p:nvPr/>
        </p:nvSpPr>
        <p:spPr>
          <a:xfrm>
            <a:off x="1807200" y="2681280"/>
            <a:ext cx="25927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 REMOVING DATA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2" name="Google Shape;958;p38"/>
          <p:cNvSpPr/>
          <p:nvPr/>
        </p:nvSpPr>
        <p:spPr>
          <a:xfrm>
            <a:off x="5929200" y="2701080"/>
            <a:ext cx="19573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04 MEMBERSHIP &amp; ITERATION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"name" in d → True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83" name="Google Shape;959;p38" descr="image.png"/>
          <p:cNvPicPr/>
          <p:nvPr/>
        </p:nvPicPr>
        <p:blipFill>
          <a:blip r:embed="rId19"/>
          <a:stretch/>
        </p:blipFill>
        <p:spPr>
          <a:xfrm>
            <a:off x="392760" y="471492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4" name="Google Shape;960;p38" descr="image.png"/>
          <p:cNvPicPr/>
          <p:nvPr/>
        </p:nvPicPr>
        <p:blipFill>
          <a:blip r:embed="rId20"/>
          <a:stretch/>
        </p:blipFill>
        <p:spPr>
          <a:xfrm>
            <a:off x="3629160" y="4657680"/>
            <a:ext cx="7354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5" name="Google Shape;961;p38" descr="image.png"/>
          <p:cNvPicPr/>
          <p:nvPr/>
        </p:nvPicPr>
        <p:blipFill>
          <a:blip r:embed="rId21"/>
          <a:stretch/>
        </p:blipFill>
        <p:spPr>
          <a:xfrm>
            <a:off x="4436280" y="4657680"/>
            <a:ext cx="542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6" name="Google Shape;962;p38" descr="image.png"/>
          <p:cNvPicPr/>
          <p:nvPr/>
        </p:nvPicPr>
        <p:blipFill>
          <a:blip r:embed="rId22"/>
          <a:stretch/>
        </p:blipFill>
        <p:spPr>
          <a:xfrm>
            <a:off x="5050800" y="4657680"/>
            <a:ext cx="721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7" name="Google Shape;963;p38" descr="image.png"/>
          <p:cNvPicPr/>
          <p:nvPr/>
        </p:nvPicPr>
        <p:blipFill>
          <a:blip r:embed="rId23"/>
          <a:stretch/>
        </p:blipFill>
        <p:spPr>
          <a:xfrm>
            <a:off x="5843520" y="4657680"/>
            <a:ext cx="7639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8" name="Google Shape;964;p38" descr="image.png"/>
          <p:cNvPicPr/>
          <p:nvPr/>
        </p:nvPicPr>
        <p:blipFill>
          <a:blip r:embed="rId24"/>
          <a:stretch/>
        </p:blipFill>
        <p:spPr>
          <a:xfrm>
            <a:off x="6679440" y="4657680"/>
            <a:ext cx="127836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9" name="Google Shape;965;p38" descr="image.png"/>
          <p:cNvPicPr/>
          <p:nvPr/>
        </p:nvPicPr>
        <p:blipFill>
          <a:blip r:embed="rId25"/>
          <a:stretch/>
        </p:blipFill>
        <p:spPr>
          <a:xfrm>
            <a:off x="8029440" y="4657680"/>
            <a:ext cx="7210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Google Shape;966;p38"/>
          <p:cNvSpPr/>
          <p:nvPr/>
        </p:nvSpPr>
        <p:spPr>
          <a:xfrm>
            <a:off x="378720" y="1599120"/>
            <a:ext cx="4021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Bracket Access: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d["name"]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91" name="Google Shape;967;p38" descr="image.png"/>
          <p:cNvPicPr/>
          <p:nvPr/>
        </p:nvPicPr>
        <p:blipFill>
          <a:blip r:embed="rId26"/>
          <a:stretch/>
        </p:blipFill>
        <p:spPr>
          <a:xfrm>
            <a:off x="8258040" y="821520"/>
            <a:ext cx="506880" cy="13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Google Shape;968;p38" descr="image.png"/>
          <p:cNvPicPr/>
          <p:nvPr/>
        </p:nvPicPr>
        <p:blipFill>
          <a:blip r:embed="rId27"/>
          <a:stretch/>
        </p:blipFill>
        <p:spPr>
          <a:xfrm>
            <a:off x="3786120" y="2683080"/>
            <a:ext cx="614160" cy="13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3" name="Google Shape;969;p38" descr="image.png"/>
          <p:cNvPicPr/>
          <p:nvPr/>
        </p:nvPicPr>
        <p:blipFill>
          <a:blip r:embed="rId28"/>
          <a:stretch/>
        </p:blipFill>
        <p:spPr>
          <a:xfrm>
            <a:off x="371484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4" name="Google Shape;970;p38" descr="image.png"/>
          <p:cNvPicPr/>
          <p:nvPr/>
        </p:nvPicPr>
        <p:blipFill>
          <a:blip r:embed="rId29"/>
          <a:stretch/>
        </p:blipFill>
        <p:spPr>
          <a:xfrm>
            <a:off x="452196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5" name="Google Shape;971;p38" descr="image.png"/>
          <p:cNvPicPr/>
          <p:nvPr/>
        </p:nvPicPr>
        <p:blipFill>
          <a:blip r:embed="rId30"/>
          <a:stretch/>
        </p:blipFill>
        <p:spPr>
          <a:xfrm>
            <a:off x="513648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6" name="Google Shape;972;p38" descr="image.png"/>
          <p:cNvPicPr/>
          <p:nvPr/>
        </p:nvPicPr>
        <p:blipFill>
          <a:blip r:embed="rId31"/>
          <a:stretch/>
        </p:blipFill>
        <p:spPr>
          <a:xfrm>
            <a:off x="592920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7" name="Google Shape;973;p38" descr="image.png"/>
          <p:cNvPicPr/>
          <p:nvPr/>
        </p:nvPicPr>
        <p:blipFill>
          <a:blip r:embed="rId32"/>
          <a:stretch/>
        </p:blipFill>
        <p:spPr>
          <a:xfrm>
            <a:off x="676512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8" name="Google Shape;974;p38" descr="image.png"/>
          <p:cNvPicPr/>
          <p:nvPr/>
        </p:nvPicPr>
        <p:blipFill>
          <a:blip r:embed="rId33"/>
          <a:stretch/>
        </p:blipFill>
        <p:spPr>
          <a:xfrm>
            <a:off x="8115480" y="4705920"/>
            <a:ext cx="925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9" name="Google Shape;975;p38" descr="image.png"/>
          <p:cNvPicPr/>
          <p:nvPr/>
        </p:nvPicPr>
        <p:blipFill>
          <a:blip r:embed="rId34"/>
          <a:stretch/>
        </p:blipFill>
        <p:spPr>
          <a:xfrm>
            <a:off x="378720" y="90720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0" name="Google Shape;976;p38" descr="image.png"/>
          <p:cNvPicPr/>
          <p:nvPr/>
        </p:nvPicPr>
        <p:blipFill>
          <a:blip r:embed="rId35"/>
          <a:stretch/>
        </p:blipFill>
        <p:spPr>
          <a:xfrm>
            <a:off x="3672000" y="1568520"/>
            <a:ext cx="7282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1" name="Google Shape;977;p38"/>
          <p:cNvSpPr/>
          <p:nvPr/>
        </p:nvSpPr>
        <p:spPr>
          <a:xfrm>
            <a:off x="442800" y="1886400"/>
            <a:ext cx="949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Missing Key Bracket: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02" name="Google Shape;978;p38" descr="image.png"/>
          <p:cNvPicPr/>
          <p:nvPr/>
        </p:nvPicPr>
        <p:blipFill>
          <a:blip r:embed="rId36"/>
          <a:stretch/>
        </p:blipFill>
        <p:spPr>
          <a:xfrm>
            <a:off x="3579120" y="1847160"/>
            <a:ext cx="75672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Google Shape;979;p38"/>
          <p:cNvSpPr/>
          <p:nvPr/>
        </p:nvSpPr>
        <p:spPr>
          <a:xfrm>
            <a:off x="442800" y="2193840"/>
            <a:ext cx="8496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Safe get() Method: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04" name="Google Shape;980;p38" descr="image.png"/>
          <p:cNvPicPr/>
          <p:nvPr/>
        </p:nvPicPr>
        <p:blipFill>
          <a:blip r:embed="rId37"/>
          <a:stretch/>
        </p:blipFill>
        <p:spPr>
          <a:xfrm>
            <a:off x="3500280" y="2154240"/>
            <a:ext cx="83556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Google Shape;981;p38" descr="image.png"/>
          <p:cNvPicPr/>
          <p:nvPr/>
        </p:nvPicPr>
        <p:blipFill>
          <a:blip r:embed="rId38"/>
          <a:stretch/>
        </p:blipFill>
        <p:spPr>
          <a:xfrm>
            <a:off x="4743360" y="82512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6" name="Google Shape;982;p38" descr="image.png"/>
          <p:cNvPicPr/>
          <p:nvPr/>
        </p:nvPicPr>
        <p:blipFill>
          <a:blip r:embed="rId39"/>
          <a:stretch/>
        </p:blipFill>
        <p:spPr>
          <a:xfrm>
            <a:off x="7772400" y="1480680"/>
            <a:ext cx="85680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7" name="Google Shape;983;p38" descr="image.png"/>
          <p:cNvPicPr/>
          <p:nvPr/>
        </p:nvPicPr>
        <p:blipFill>
          <a:blip r:embed="rId40"/>
          <a:stretch/>
        </p:blipFill>
        <p:spPr>
          <a:xfrm>
            <a:off x="7675920" y="2142000"/>
            <a:ext cx="97128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8" name="Google Shape;984;p38" descr="image.png"/>
          <p:cNvPicPr/>
          <p:nvPr/>
        </p:nvPicPr>
        <p:blipFill>
          <a:blip r:embed="rId41"/>
          <a:stretch/>
        </p:blipFill>
        <p:spPr>
          <a:xfrm>
            <a:off x="378720" y="2686680"/>
            <a:ext cx="11412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9" name="Google Shape;985;p38"/>
          <p:cNvSpPr/>
          <p:nvPr/>
        </p:nvSpPr>
        <p:spPr>
          <a:xfrm>
            <a:off x="457200" y="3150360"/>
            <a:ext cx="182484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del d[k]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0" name="Google Shape;986;p38"/>
          <p:cNvSpPr/>
          <p:nvPr/>
        </p:nvSpPr>
        <p:spPr>
          <a:xfrm>
            <a:off x="519840" y="3477600"/>
            <a:ext cx="182484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Deletes key-value pair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1" name="Google Shape;987;p38"/>
          <p:cNvSpPr/>
          <p:nvPr/>
        </p:nvSpPr>
        <p:spPr>
          <a:xfrm>
            <a:off x="2496600" y="3150360"/>
            <a:ext cx="182484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pop(k)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2" name="Google Shape;988;p38"/>
          <p:cNvSpPr/>
          <p:nvPr/>
        </p:nvSpPr>
        <p:spPr>
          <a:xfrm>
            <a:off x="2496600" y="3450240"/>
            <a:ext cx="182484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59669"/>
                </a:solidFill>
                <a:uFillTx/>
                <a:latin typeface="Plus Jakarta Sans"/>
                <a:ea typeface="Plus Jakarta Sans"/>
              </a:rPr>
              <a:t>Removes &amp; returns val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3" name="Google Shape;989;p38"/>
          <p:cNvSpPr/>
          <p:nvPr/>
        </p:nvSpPr>
        <p:spPr>
          <a:xfrm>
            <a:off x="457200" y="3714480"/>
            <a:ext cx="182484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popitem()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4" name="Google Shape;990;p38"/>
          <p:cNvSpPr/>
          <p:nvPr/>
        </p:nvSpPr>
        <p:spPr>
          <a:xfrm>
            <a:off x="457200" y="4014720"/>
            <a:ext cx="182484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b45309"/>
                </a:solidFill>
                <a:uFillTx/>
                <a:latin typeface="Plus Jakarta Sans"/>
                <a:ea typeface="Plus Jakarta Sans"/>
              </a:rPr>
              <a:t>Removes LAST inserted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5" name="Google Shape;991;p38"/>
          <p:cNvSpPr/>
          <p:nvPr/>
        </p:nvSpPr>
        <p:spPr>
          <a:xfrm>
            <a:off x="2496600" y="3714480"/>
            <a:ext cx="182484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clear()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6" name="Google Shape;992;p38"/>
          <p:cNvSpPr/>
          <p:nvPr/>
        </p:nvSpPr>
        <p:spPr>
          <a:xfrm>
            <a:off x="2496600" y="4014720"/>
            <a:ext cx="182484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Empties dict → {}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17" name="Google Shape;993;p38" descr="image.png"/>
          <p:cNvPicPr/>
          <p:nvPr/>
        </p:nvPicPr>
        <p:blipFill>
          <a:blip r:embed="rId42"/>
          <a:stretch/>
        </p:blipFill>
        <p:spPr>
          <a:xfrm>
            <a:off x="4743360" y="269748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Google Shape;994;p38"/>
          <p:cNvSpPr/>
          <p:nvPr/>
        </p:nvSpPr>
        <p:spPr>
          <a:xfrm>
            <a:off x="4822200" y="3625200"/>
            <a:ext cx="2851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9" name="Google Shape;995;p38"/>
          <p:cNvSpPr/>
          <p:nvPr/>
        </p:nvSpPr>
        <p:spPr>
          <a:xfrm>
            <a:off x="5336280" y="3625200"/>
            <a:ext cx="2851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0" name="Google Shape;996;p38"/>
          <p:cNvSpPr/>
          <p:nvPr/>
        </p:nvSpPr>
        <p:spPr>
          <a:xfrm>
            <a:off x="5622120" y="3625200"/>
            <a:ext cx="3996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items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1" name="Google Shape;997;p38"/>
          <p:cNvSpPr/>
          <p:nvPr/>
        </p:nvSpPr>
        <p:spPr>
          <a:xfrm>
            <a:off x="5050800" y="3760200"/>
            <a:ext cx="3812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2" name="Google Shape;998;p38"/>
          <p:cNvSpPr/>
          <p:nvPr/>
        </p:nvSpPr>
        <p:spPr>
          <a:xfrm>
            <a:off x="5543640" y="3760200"/>
            <a:ext cx="2995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"-&gt;"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3" name="Google Shape;999;p38"/>
          <p:cNvSpPr/>
          <p:nvPr/>
        </p:nvSpPr>
        <p:spPr>
          <a:xfrm>
            <a:off x="7400880" y="3555720"/>
            <a:ext cx="114552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Iteration Rules: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4" name="Google Shape;1000;p38"/>
          <p:cNvSpPr/>
          <p:nvPr/>
        </p:nvSpPr>
        <p:spPr>
          <a:xfrm>
            <a:off x="8215200" y="3675960"/>
            <a:ext cx="20664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Keys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5" name="Google Shape;1001;p38"/>
          <p:cNvSpPr/>
          <p:nvPr/>
        </p:nvSpPr>
        <p:spPr>
          <a:xfrm>
            <a:off x="8272440" y="3818160"/>
            <a:ext cx="41400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(Key, Val)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6" name="Google Shape;1002;p38"/>
          <p:cNvSpPr/>
          <p:nvPr/>
        </p:nvSpPr>
        <p:spPr>
          <a:xfrm>
            <a:off x="4871880" y="1238760"/>
            <a:ext cx="88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2563eb"/>
                </a:solidFill>
                <a:uFillTx/>
                <a:latin typeface="Plus Jakarta Sans ExtraBold"/>
                <a:ea typeface="Plus Jakarta Sans ExtraBold"/>
              </a:rPr>
              <a:t>NEW KEY INSERTION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7" name="Google Shape;1003;p38"/>
          <p:cNvSpPr/>
          <p:nvPr/>
        </p:nvSpPr>
        <p:spPr>
          <a:xfrm>
            <a:off x="4822200" y="1571400"/>
            <a:ext cx="14425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d["city"] = "Hyderabad"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8" name="Google Shape;1004;p38"/>
          <p:cNvSpPr/>
          <p:nvPr/>
        </p:nvSpPr>
        <p:spPr>
          <a:xfrm>
            <a:off x="4822200" y="1958040"/>
            <a:ext cx="13071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d97706"/>
                </a:solidFill>
                <a:uFillTx/>
                <a:latin typeface="Plus Jakarta Sans ExtraBold"/>
                <a:ea typeface="Plus Jakarta Sans ExtraBold"/>
              </a:rPr>
              <a:t>EXISTING KEY REASSIGNMENT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9" name="Google Shape;1005;p38"/>
          <p:cNvSpPr/>
          <p:nvPr/>
        </p:nvSpPr>
        <p:spPr>
          <a:xfrm>
            <a:off x="4821840" y="2195280"/>
            <a:ext cx="13071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d["age"] = 23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1010;p3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1" name="Google Shape;1011;p39" descr="image.png"/>
          <p:cNvPicPr/>
          <p:nvPr/>
        </p:nvPicPr>
        <p:blipFill>
          <a:blip r:embed="rId2"/>
          <a:stretch/>
        </p:blipFill>
        <p:spPr>
          <a:xfrm>
            <a:off x="257040" y="3764880"/>
            <a:ext cx="862920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2" name="Google Shape;1012;p39" descr="image.png"/>
          <p:cNvPicPr/>
          <p:nvPr/>
        </p:nvPicPr>
        <p:blipFill>
          <a:blip r:embed="rId3"/>
          <a:stretch/>
        </p:blipFill>
        <p:spPr>
          <a:xfrm>
            <a:off x="257040" y="714240"/>
            <a:ext cx="281880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3" name="Google Shape;1013;p39" descr="image.png"/>
          <p:cNvPicPr/>
          <p:nvPr/>
        </p:nvPicPr>
        <p:blipFill>
          <a:blip r:embed="rId4"/>
          <a:stretch/>
        </p:blipFill>
        <p:spPr>
          <a:xfrm>
            <a:off x="3162240" y="714240"/>
            <a:ext cx="281916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Google Shape;1014;p39" descr="image.png"/>
          <p:cNvPicPr/>
          <p:nvPr/>
        </p:nvPicPr>
        <p:blipFill>
          <a:blip r:embed="rId5"/>
          <a:stretch/>
        </p:blipFill>
        <p:spPr>
          <a:xfrm>
            <a:off x="6067440" y="714240"/>
            <a:ext cx="281880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5" name="Google Shape;1015;p39" descr="image.png"/>
          <p:cNvPicPr/>
          <p:nvPr/>
        </p:nvPicPr>
        <p:blipFill>
          <a:blip r:embed="rId6"/>
          <a:stretch/>
        </p:blipFill>
        <p:spPr>
          <a:xfrm>
            <a:off x="257040" y="2239560"/>
            <a:ext cx="445824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6" name="Google Shape;1016;p39" descr="image.png"/>
          <p:cNvPicPr/>
          <p:nvPr/>
        </p:nvPicPr>
        <p:blipFill>
          <a:blip r:embed="rId7"/>
          <a:stretch/>
        </p:blipFill>
        <p:spPr>
          <a:xfrm>
            <a:off x="4815720" y="2239560"/>
            <a:ext cx="4070520" cy="11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7" name="Google Shape;1017;p39" descr="image.png"/>
          <p:cNvPicPr/>
          <p:nvPr/>
        </p:nvPicPr>
        <p:blipFill>
          <a:blip r:embed="rId8"/>
          <a:stretch/>
        </p:blipFill>
        <p:spPr>
          <a:xfrm>
            <a:off x="349920" y="1141560"/>
            <a:ext cx="2633400" cy="33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8" name="Google Shape;1018;p39" descr="image.png"/>
          <p:cNvPicPr/>
          <p:nvPr/>
        </p:nvPicPr>
        <p:blipFill>
          <a:blip r:embed="rId9"/>
          <a:stretch/>
        </p:blipFill>
        <p:spPr>
          <a:xfrm>
            <a:off x="3255120" y="1141560"/>
            <a:ext cx="2633400" cy="33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9" name="Google Shape;1019;p39" descr="image.png"/>
          <p:cNvPicPr/>
          <p:nvPr/>
        </p:nvPicPr>
        <p:blipFill>
          <a:blip r:embed="rId10"/>
          <a:stretch/>
        </p:blipFill>
        <p:spPr>
          <a:xfrm>
            <a:off x="6160320" y="1141560"/>
            <a:ext cx="2633400" cy="33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0" name="Google Shape;1020;p39" descr="image.png"/>
          <p:cNvPicPr/>
          <p:nvPr/>
        </p:nvPicPr>
        <p:blipFill>
          <a:blip r:embed="rId11"/>
          <a:stretch/>
        </p:blipFill>
        <p:spPr>
          <a:xfrm>
            <a:off x="378720" y="2918160"/>
            <a:ext cx="3701160" cy="33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1" name="Google Shape;1021;p39" descr="image.png"/>
          <p:cNvPicPr/>
          <p:nvPr/>
        </p:nvPicPr>
        <p:blipFill>
          <a:blip r:embed="rId12"/>
          <a:stretch/>
        </p:blipFill>
        <p:spPr>
          <a:xfrm>
            <a:off x="4937400" y="2918160"/>
            <a:ext cx="3827880" cy="33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2" name="Google Shape;1022;p39" descr="image.png"/>
          <p:cNvPicPr/>
          <p:nvPr/>
        </p:nvPicPr>
        <p:blipFill>
          <a:blip r:embed="rId13"/>
          <a:stretch/>
        </p:blipFill>
        <p:spPr>
          <a:xfrm>
            <a:off x="6707880" y="257040"/>
            <a:ext cx="21783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Google Shape;1023;p39"/>
          <p:cNvSpPr/>
          <p:nvPr/>
        </p:nvSpPr>
        <p:spPr>
          <a:xfrm>
            <a:off x="257040" y="309240"/>
            <a:ext cx="50288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DICTIONARY METHODS &amp; APPLICATIONS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4" name="Google Shape;1024;p39"/>
          <p:cNvSpPr/>
          <p:nvPr/>
        </p:nvSpPr>
        <p:spPr>
          <a:xfrm>
            <a:off x="3319200" y="3827520"/>
            <a:ext cx="58219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 vs. Dictionary Selection Framework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845" name="Google Shape;1025;p39"/>
          <p:cNvGraphicFramePr/>
          <p:nvPr/>
        </p:nvGraphicFramePr>
        <p:xfrm>
          <a:off x="378720" y="4293360"/>
          <a:ext cx="8386200" cy="57132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374120"/>
                <a:gridCol w="1682640"/>
                <a:gridCol w="2337120"/>
                <a:gridCol w="2991960"/>
              </a:tblGrid>
              <a:tr h="19044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rgbClr val="64748b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FEATURE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LIST [ ]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DICTIONARY { }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700" strike="noStrike" u="none">
                          <a:solidFill>
                            <a:schemeClr val="lt1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PRIMARY USE CASE</a:t>
                      </a:r>
                      <a:endParaRPr b="0" lang="en-US" sz="7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9044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Access Method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Numeric Index lst[0]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Unique Key dict["key"]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List: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Sequential positional access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19044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Duplicates &amp; Order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Duplicate values allowed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Unique Keys (Values may duplicate)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"/>
                          <a:ea typeface="Plus Jakarta Sans"/>
                        </a:rPr>
                        <a:t>Dict:</a:t>
                      </a:r>
                      <a:r>
                        <a:rPr b="0" lang="en" sz="800" strike="noStrike" u="none">
                          <a:solidFill>
                            <a:srgbClr val="334155"/>
                          </a:solidFill>
                          <a:uFillTx/>
                          <a:latin typeface="Plus Jakarta Sans SemiBold"/>
                          <a:ea typeface="Plus Jakarta Sans SemiBold"/>
                        </a:rPr>
                        <a:t> Labeled entity properties &amp; fast lookups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846" name="Google Shape;1026;p39"/>
          <p:cNvSpPr/>
          <p:nvPr/>
        </p:nvSpPr>
        <p:spPr>
          <a:xfrm>
            <a:off x="349920" y="823320"/>
            <a:ext cx="2633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keys() View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d.keys()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7" name="Google Shape;1027;p39"/>
          <p:cNvSpPr/>
          <p:nvPr/>
        </p:nvSpPr>
        <p:spPr>
          <a:xfrm>
            <a:off x="349920" y="1635840"/>
            <a:ext cx="26334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Dynamic view of all keys in dict.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8" name="Google Shape;1028;p39"/>
          <p:cNvSpPr/>
          <p:nvPr/>
        </p:nvSpPr>
        <p:spPr>
          <a:xfrm>
            <a:off x="3255120" y="823320"/>
            <a:ext cx="2633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values() View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d.values()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9" name="Google Shape;1029;p39"/>
          <p:cNvSpPr/>
          <p:nvPr/>
        </p:nvSpPr>
        <p:spPr>
          <a:xfrm>
            <a:off x="3255120" y="1635840"/>
            <a:ext cx="26334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Dynamic view of all values in dict.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0" name="Google Shape;1030;p39"/>
          <p:cNvSpPr/>
          <p:nvPr/>
        </p:nvSpPr>
        <p:spPr>
          <a:xfrm>
            <a:off x="6160320" y="823320"/>
            <a:ext cx="2633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 items() &amp; update()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d.update(d2)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1" name="Google Shape;1031;p39"/>
          <p:cNvSpPr/>
          <p:nvPr/>
        </p:nvSpPr>
        <p:spPr>
          <a:xfrm>
            <a:off x="6160320" y="1635840"/>
            <a:ext cx="26334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64748b"/>
                </a:solidFill>
                <a:uFillTx/>
                <a:latin typeface="Plus Jakarta Sans SemiBold"/>
                <a:ea typeface="Plus Jakarta Sans SemiBold"/>
              </a:rPr>
              <a:t>Merges another dictionary in-place.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2" name="Google Shape;1032;p39"/>
          <p:cNvSpPr/>
          <p:nvPr/>
        </p:nvSpPr>
        <p:spPr>
          <a:xfrm>
            <a:off x="378720" y="2346840"/>
            <a:ext cx="42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Nested Dictionaries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3" name="Google Shape;1033;p39"/>
          <p:cNvSpPr/>
          <p:nvPr/>
        </p:nvSpPr>
        <p:spPr>
          <a:xfrm>
            <a:off x="4937400" y="2346840"/>
            <a:ext cx="382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Dictionary Comprehension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4" name="Google Shape;1034;p39"/>
          <p:cNvSpPr/>
          <p:nvPr/>
        </p:nvSpPr>
        <p:spPr>
          <a:xfrm>
            <a:off x="378720" y="4447080"/>
            <a:ext cx="13741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5" name="Google Shape;1035;p39"/>
          <p:cNvSpPr/>
          <p:nvPr/>
        </p:nvSpPr>
        <p:spPr>
          <a:xfrm>
            <a:off x="1752840" y="4447080"/>
            <a:ext cx="168264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6" name="Google Shape;1036;p39"/>
          <p:cNvSpPr/>
          <p:nvPr/>
        </p:nvSpPr>
        <p:spPr>
          <a:xfrm>
            <a:off x="3435840" y="4447080"/>
            <a:ext cx="233712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7" name="Google Shape;1037;p39"/>
          <p:cNvSpPr/>
          <p:nvPr/>
        </p:nvSpPr>
        <p:spPr>
          <a:xfrm>
            <a:off x="5773320" y="4447080"/>
            <a:ext cx="2991600" cy="68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8" name="Google Shape;1038;p39"/>
          <p:cNvSpPr/>
          <p:nvPr/>
        </p:nvSpPr>
        <p:spPr>
          <a:xfrm>
            <a:off x="1386000" y="1177200"/>
            <a:ext cx="228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keys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9" name="Google Shape;1039;p39"/>
          <p:cNvSpPr/>
          <p:nvPr/>
        </p:nvSpPr>
        <p:spPr>
          <a:xfrm>
            <a:off x="564480" y="1307160"/>
            <a:ext cx="11998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dict_keys(['a', 'b'])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0" name="Google Shape;1040;p39"/>
          <p:cNvSpPr/>
          <p:nvPr/>
        </p:nvSpPr>
        <p:spPr>
          <a:xfrm>
            <a:off x="4290840" y="1177200"/>
            <a:ext cx="342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values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1" name="Google Shape;1041;p39"/>
          <p:cNvSpPr/>
          <p:nvPr/>
        </p:nvSpPr>
        <p:spPr>
          <a:xfrm>
            <a:off x="3469320" y="1307160"/>
            <a:ext cx="108540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dict_values([1, 2])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2" name="Google Shape;1042;p39"/>
          <p:cNvSpPr/>
          <p:nvPr/>
        </p:nvSpPr>
        <p:spPr>
          <a:xfrm>
            <a:off x="6338880" y="1177200"/>
            <a:ext cx="342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update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3" name="Google Shape;1043;p39"/>
          <p:cNvSpPr/>
          <p:nvPr/>
        </p:nvSpPr>
        <p:spPr>
          <a:xfrm>
            <a:off x="7196040" y="1177200"/>
            <a:ext cx="1141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23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4" name="Google Shape;1044;p39"/>
          <p:cNvSpPr/>
          <p:nvPr/>
        </p:nvSpPr>
        <p:spPr>
          <a:xfrm>
            <a:off x="7881840" y="1177200"/>
            <a:ext cx="2854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"Hyd"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5" name="Google Shape;1045;p39"/>
          <p:cNvSpPr/>
          <p:nvPr/>
        </p:nvSpPr>
        <p:spPr>
          <a:xfrm>
            <a:off x="6374520" y="1307160"/>
            <a:ext cx="165708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"/>
                <a:ea typeface="JetBrains Mono"/>
              </a:rPr>
              <a:t>Bulk inserts or updates pairs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6" name="Google Shape;1046;p39" descr="image.png"/>
          <p:cNvPicPr/>
          <p:nvPr/>
        </p:nvPicPr>
        <p:blipFill>
          <a:blip r:embed="rId14"/>
          <a:stretch/>
        </p:blipFill>
        <p:spPr>
          <a:xfrm>
            <a:off x="378720" y="2368080"/>
            <a:ext cx="114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7" name="Google Shape;1047;p39" descr="image.png"/>
          <p:cNvPicPr/>
          <p:nvPr/>
        </p:nvPicPr>
        <p:blipFill>
          <a:blip r:embed="rId15"/>
          <a:stretch/>
        </p:blipFill>
        <p:spPr>
          <a:xfrm>
            <a:off x="4151520" y="2986200"/>
            <a:ext cx="44244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8" name="Google Shape;1048;p39" descr="image.png"/>
          <p:cNvPicPr/>
          <p:nvPr/>
        </p:nvPicPr>
        <p:blipFill>
          <a:blip r:embed="rId16"/>
          <a:stretch/>
        </p:blipFill>
        <p:spPr>
          <a:xfrm>
            <a:off x="4937400" y="2368080"/>
            <a:ext cx="114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9" name="Google Shape;1049;p39" descr="image.png"/>
          <p:cNvPicPr/>
          <p:nvPr/>
        </p:nvPicPr>
        <p:blipFill>
          <a:blip r:embed="rId17"/>
          <a:stretch/>
        </p:blipFill>
        <p:spPr>
          <a:xfrm>
            <a:off x="378720" y="387180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0" name="Google Shape;1050;p39"/>
          <p:cNvSpPr/>
          <p:nvPr/>
        </p:nvSpPr>
        <p:spPr>
          <a:xfrm>
            <a:off x="378720" y="4675680"/>
            <a:ext cx="1374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1" name="Google Shape;1051;p39"/>
          <p:cNvSpPr/>
          <p:nvPr/>
        </p:nvSpPr>
        <p:spPr>
          <a:xfrm>
            <a:off x="1752840" y="4675680"/>
            <a:ext cx="1682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2" name="Google Shape;1052;p39"/>
          <p:cNvSpPr/>
          <p:nvPr/>
        </p:nvSpPr>
        <p:spPr>
          <a:xfrm>
            <a:off x="3435840" y="4675680"/>
            <a:ext cx="2337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3" name="Google Shape;1053;p39"/>
          <p:cNvSpPr/>
          <p:nvPr/>
        </p:nvSpPr>
        <p:spPr>
          <a:xfrm>
            <a:off x="5773320" y="4675680"/>
            <a:ext cx="2991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4" name="Google Shape;1054;p39"/>
          <p:cNvSpPr/>
          <p:nvPr/>
        </p:nvSpPr>
        <p:spPr>
          <a:xfrm>
            <a:off x="957240" y="2961000"/>
            <a:ext cx="2282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"s1"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5" name="Google Shape;1055;p39"/>
          <p:cNvSpPr/>
          <p:nvPr/>
        </p:nvSpPr>
        <p:spPr>
          <a:xfrm>
            <a:off x="1357200" y="2961000"/>
            <a:ext cx="3427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"name"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6" name="Google Shape;1056;p39"/>
          <p:cNvSpPr/>
          <p:nvPr/>
        </p:nvSpPr>
        <p:spPr>
          <a:xfrm>
            <a:off x="1814400" y="2961000"/>
            <a:ext cx="3996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"Rahul"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7" name="Google Shape;1057;p39"/>
          <p:cNvSpPr/>
          <p:nvPr/>
        </p:nvSpPr>
        <p:spPr>
          <a:xfrm>
            <a:off x="2328840" y="2961000"/>
            <a:ext cx="3996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"score"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8" name="Google Shape;1058;p39"/>
          <p:cNvSpPr/>
          <p:nvPr/>
        </p:nvSpPr>
        <p:spPr>
          <a:xfrm>
            <a:off x="2843280" y="2961000"/>
            <a:ext cx="114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90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9" name="Google Shape;1059;p39"/>
          <p:cNvSpPr/>
          <p:nvPr/>
        </p:nvSpPr>
        <p:spPr>
          <a:xfrm>
            <a:off x="1243080" y="3086280"/>
            <a:ext cx="2282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"s1"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0" name="Google Shape;1060;p39"/>
          <p:cNvSpPr/>
          <p:nvPr/>
        </p:nvSpPr>
        <p:spPr>
          <a:xfrm>
            <a:off x="1585800" y="3086280"/>
            <a:ext cx="3996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"score"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1" name="Google Shape;1061;p39"/>
          <p:cNvSpPr/>
          <p:nvPr/>
        </p:nvSpPr>
        <p:spPr>
          <a:xfrm>
            <a:off x="5458680" y="2961000"/>
            <a:ext cx="1710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2" name="Google Shape;1062;p39"/>
          <p:cNvSpPr/>
          <p:nvPr/>
        </p:nvSpPr>
        <p:spPr>
          <a:xfrm>
            <a:off x="5801760" y="2961000"/>
            <a:ext cx="1141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3" name="Google Shape;1063;p39"/>
          <p:cNvSpPr/>
          <p:nvPr/>
        </p:nvSpPr>
        <p:spPr>
          <a:xfrm>
            <a:off x="6030360" y="2961000"/>
            <a:ext cx="568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4" name="Google Shape;1064;p39"/>
          <p:cNvSpPr/>
          <p:nvPr/>
        </p:nvSpPr>
        <p:spPr>
          <a:xfrm>
            <a:off x="6201720" y="2961000"/>
            <a:ext cx="568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5" name="Google Shape;1065;p39"/>
          <p:cNvSpPr/>
          <p:nvPr/>
        </p:nvSpPr>
        <p:spPr>
          <a:xfrm>
            <a:off x="6373080" y="2961000"/>
            <a:ext cx="568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6" name="Google Shape;1066;p39"/>
          <p:cNvSpPr/>
          <p:nvPr/>
        </p:nvSpPr>
        <p:spPr>
          <a:xfrm>
            <a:off x="5001480" y="3086280"/>
            <a:ext cx="1599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7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{1: 1, 2: 4, 3: 9}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1071;p4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8" name="Google Shape;1072;p40" descr="image.png"/>
          <p:cNvPicPr/>
          <p:nvPr/>
        </p:nvPicPr>
        <p:blipFill>
          <a:blip r:embed="rId2"/>
          <a:stretch/>
        </p:blipFill>
        <p:spPr>
          <a:xfrm>
            <a:off x="399960" y="1611720"/>
            <a:ext cx="8343720" cy="134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9" name="Google Shape;1073;p40"/>
          <p:cNvSpPr/>
          <p:nvPr/>
        </p:nvSpPr>
        <p:spPr>
          <a:xfrm>
            <a:off x="3089520" y="3210480"/>
            <a:ext cx="37105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0" name="Google Shape;1074;p40"/>
          <p:cNvSpPr/>
          <p:nvPr/>
        </p:nvSpPr>
        <p:spPr>
          <a:xfrm>
            <a:off x="69300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1" name="Google Shape;1075;p40"/>
          <p:cNvSpPr/>
          <p:nvPr/>
        </p:nvSpPr>
        <p:spPr>
          <a:xfrm>
            <a:off x="130032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2" name="Google Shape;1076;p40"/>
          <p:cNvSpPr/>
          <p:nvPr/>
        </p:nvSpPr>
        <p:spPr>
          <a:xfrm>
            <a:off x="166464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3" name="Google Shape;1077;p40"/>
          <p:cNvSpPr/>
          <p:nvPr/>
        </p:nvSpPr>
        <p:spPr>
          <a:xfrm>
            <a:off x="202896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4" name="Google Shape;1078;p40"/>
          <p:cNvSpPr/>
          <p:nvPr/>
        </p:nvSpPr>
        <p:spPr>
          <a:xfrm>
            <a:off x="239328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5" name="Google Shape;1079;p40"/>
          <p:cNvSpPr/>
          <p:nvPr/>
        </p:nvSpPr>
        <p:spPr>
          <a:xfrm>
            <a:off x="275760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6" name="Google Shape;1080;p40"/>
          <p:cNvSpPr/>
          <p:nvPr/>
        </p:nvSpPr>
        <p:spPr>
          <a:xfrm>
            <a:off x="69300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7" name="Google Shape;1081;p40"/>
          <p:cNvSpPr/>
          <p:nvPr/>
        </p:nvSpPr>
        <p:spPr>
          <a:xfrm>
            <a:off x="130032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8" name="Google Shape;1082;p40"/>
          <p:cNvSpPr/>
          <p:nvPr/>
        </p:nvSpPr>
        <p:spPr>
          <a:xfrm>
            <a:off x="166464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9" name="Google Shape;1083;p40"/>
          <p:cNvSpPr/>
          <p:nvPr/>
        </p:nvSpPr>
        <p:spPr>
          <a:xfrm>
            <a:off x="202896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0" name="Google Shape;1084;p40"/>
          <p:cNvSpPr/>
          <p:nvPr/>
        </p:nvSpPr>
        <p:spPr>
          <a:xfrm>
            <a:off x="693000" y="2434680"/>
            <a:ext cx="92520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1" name="Google Shape;1085;p40"/>
          <p:cNvSpPr/>
          <p:nvPr/>
        </p:nvSpPr>
        <p:spPr>
          <a:xfrm>
            <a:off x="1421640" y="24346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2" name="Google Shape;1086;p40"/>
          <p:cNvSpPr/>
          <p:nvPr/>
        </p:nvSpPr>
        <p:spPr>
          <a:xfrm>
            <a:off x="1907280" y="24346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1091;p4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4" name="Google Shape;1092;p41" descr="image.png"/>
          <p:cNvPicPr/>
          <p:nvPr/>
        </p:nvPicPr>
        <p:blipFill>
          <a:blip r:embed="rId2"/>
          <a:stretch/>
        </p:blipFill>
        <p:spPr>
          <a:xfrm>
            <a:off x="399960" y="1113120"/>
            <a:ext cx="8343720" cy="107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5" name="Google Shape;1093;p41" descr="image.png"/>
          <p:cNvPicPr/>
          <p:nvPr/>
        </p:nvPicPr>
        <p:blipFill>
          <a:blip r:embed="rId3"/>
          <a:stretch/>
        </p:blipFill>
        <p:spPr>
          <a:xfrm>
            <a:off x="399960" y="280152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6" name="Google Shape;1094;p41" descr="image.png"/>
          <p:cNvPicPr/>
          <p:nvPr/>
        </p:nvPicPr>
        <p:blipFill>
          <a:blip r:embed="rId4"/>
          <a:stretch/>
        </p:blipFill>
        <p:spPr>
          <a:xfrm>
            <a:off x="4629240" y="280152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7" name="Google Shape;1095;p41" descr="image.png"/>
          <p:cNvPicPr/>
          <p:nvPr/>
        </p:nvPicPr>
        <p:blipFill>
          <a:blip r:embed="rId5"/>
          <a:stretch/>
        </p:blipFill>
        <p:spPr>
          <a:xfrm>
            <a:off x="399960" y="34732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8" name="Google Shape;1096;p41" descr="image.png"/>
          <p:cNvPicPr/>
          <p:nvPr/>
        </p:nvPicPr>
        <p:blipFill>
          <a:blip r:embed="rId6"/>
          <a:stretch/>
        </p:blipFill>
        <p:spPr>
          <a:xfrm>
            <a:off x="4629240" y="34732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9" name="Google Shape;1097;p41"/>
          <p:cNvSpPr/>
          <p:nvPr/>
        </p:nvSpPr>
        <p:spPr>
          <a:xfrm>
            <a:off x="3339720" y="2358720"/>
            <a:ext cx="30319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0" name="Google Shape;1098;p41"/>
          <p:cNvSpPr/>
          <p:nvPr/>
        </p:nvSpPr>
        <p:spPr>
          <a:xfrm>
            <a:off x="62136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1" name="Google Shape;1099;p41"/>
          <p:cNvSpPr/>
          <p:nvPr/>
        </p:nvSpPr>
        <p:spPr>
          <a:xfrm>
            <a:off x="112140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2" name="Google Shape;1100;p41"/>
          <p:cNvSpPr/>
          <p:nvPr/>
        </p:nvSpPr>
        <p:spPr>
          <a:xfrm>
            <a:off x="142164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3" name="Google Shape;1101;p41"/>
          <p:cNvSpPr/>
          <p:nvPr/>
        </p:nvSpPr>
        <p:spPr>
          <a:xfrm>
            <a:off x="172152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4" name="Google Shape;1102;p41"/>
          <p:cNvSpPr/>
          <p:nvPr/>
        </p:nvSpPr>
        <p:spPr>
          <a:xfrm>
            <a:off x="202176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5" name="Google Shape;1103;p41"/>
          <p:cNvSpPr/>
          <p:nvPr/>
        </p:nvSpPr>
        <p:spPr>
          <a:xfrm>
            <a:off x="232164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6" name="Google Shape;1104;p41"/>
          <p:cNvSpPr/>
          <p:nvPr/>
        </p:nvSpPr>
        <p:spPr>
          <a:xfrm>
            <a:off x="621360" y="1532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7" name="Google Shape;1105;p41"/>
          <p:cNvSpPr/>
          <p:nvPr/>
        </p:nvSpPr>
        <p:spPr>
          <a:xfrm>
            <a:off x="1121400" y="1532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8" name="Google Shape;1106;p41"/>
          <p:cNvSpPr/>
          <p:nvPr/>
        </p:nvSpPr>
        <p:spPr>
          <a:xfrm>
            <a:off x="1421640" y="1532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9" name="Google Shape;1107;p41"/>
          <p:cNvSpPr/>
          <p:nvPr/>
        </p:nvSpPr>
        <p:spPr>
          <a:xfrm>
            <a:off x="1721520" y="1532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0" name="Google Shape;1108;p41"/>
          <p:cNvSpPr/>
          <p:nvPr/>
        </p:nvSpPr>
        <p:spPr>
          <a:xfrm>
            <a:off x="621360" y="1781640"/>
            <a:ext cx="9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1" name="Google Shape;1109;p41"/>
          <p:cNvSpPr/>
          <p:nvPr/>
        </p:nvSpPr>
        <p:spPr>
          <a:xfrm>
            <a:off x="1221480" y="17816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2" name="Google Shape;1110;p41"/>
          <p:cNvSpPr/>
          <p:nvPr/>
        </p:nvSpPr>
        <p:spPr>
          <a:xfrm>
            <a:off x="1621800" y="17816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3" name="Google Shape;1111;p41" descr="image.png"/>
          <p:cNvPicPr/>
          <p:nvPr/>
        </p:nvPicPr>
        <p:blipFill>
          <a:blip r:embed="rId7"/>
          <a:stretch/>
        </p:blipFill>
        <p:spPr>
          <a:xfrm>
            <a:off x="557280" y="2930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4" name="Google Shape;1112;p41"/>
          <p:cNvSpPr/>
          <p:nvPr/>
        </p:nvSpPr>
        <p:spPr>
          <a:xfrm>
            <a:off x="971640" y="2983680"/>
            <a:ext cx="77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{1, 2, 2}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5" name="Google Shape;1113;p41" descr="image.png"/>
          <p:cNvPicPr/>
          <p:nvPr/>
        </p:nvPicPr>
        <p:blipFill>
          <a:blip r:embed="rId8"/>
          <a:stretch/>
        </p:blipFill>
        <p:spPr>
          <a:xfrm>
            <a:off x="4786200" y="2930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Google Shape;1114;p41"/>
          <p:cNvSpPr/>
          <p:nvPr/>
        </p:nvSpPr>
        <p:spPr>
          <a:xfrm>
            <a:off x="5200560" y="2983680"/>
            <a:ext cx="514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{1, 2}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7" name="Google Shape;1115;p41" descr="image.png"/>
          <p:cNvPicPr/>
          <p:nvPr/>
        </p:nvPicPr>
        <p:blipFill>
          <a:blip r:embed="rId9"/>
          <a:stretch/>
        </p:blipFill>
        <p:spPr>
          <a:xfrm>
            <a:off x="557280" y="3601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Google Shape;1116;p41"/>
          <p:cNvSpPr/>
          <p:nvPr/>
        </p:nvSpPr>
        <p:spPr>
          <a:xfrm>
            <a:off x="971640" y="3655440"/>
            <a:ext cx="77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{2, 3, 4}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9" name="Google Shape;1117;p41" descr="image.png"/>
          <p:cNvPicPr/>
          <p:nvPr/>
        </p:nvPicPr>
        <p:blipFill>
          <a:blip r:embed="rId10"/>
          <a:stretch/>
        </p:blipFill>
        <p:spPr>
          <a:xfrm>
            <a:off x="4786200" y="3601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0" name="Google Shape;1118;p41"/>
          <p:cNvSpPr/>
          <p:nvPr/>
        </p:nvSpPr>
        <p:spPr>
          <a:xfrm>
            <a:off x="5200560" y="3655440"/>
            <a:ext cx="12855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{1, 2, 3, 4, 5}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1123;p4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2" name="Google Shape;1124;p42" descr="image.png"/>
          <p:cNvPicPr/>
          <p:nvPr/>
        </p:nvPicPr>
        <p:blipFill>
          <a:blip r:embed="rId2"/>
          <a:stretch/>
        </p:blipFill>
        <p:spPr>
          <a:xfrm>
            <a:off x="399960" y="983880"/>
            <a:ext cx="8343720" cy="84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3" name="Google Shape;1125;p42" descr="image.png"/>
          <p:cNvPicPr/>
          <p:nvPr/>
        </p:nvPicPr>
        <p:blipFill>
          <a:blip r:embed="rId3"/>
          <a:stretch/>
        </p:blipFill>
        <p:spPr>
          <a:xfrm>
            <a:off x="399960" y="3498840"/>
            <a:ext cx="8343720" cy="66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4" name="Google Shape;1126;p42" descr="image.png"/>
          <p:cNvPicPr/>
          <p:nvPr/>
        </p:nvPicPr>
        <p:blipFill>
          <a:blip r:embed="rId4"/>
          <a:stretch/>
        </p:blipFill>
        <p:spPr>
          <a:xfrm>
            <a:off x="399960" y="229860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5" name="Google Shape;1127;p42" descr="image.png"/>
          <p:cNvPicPr/>
          <p:nvPr/>
        </p:nvPicPr>
        <p:blipFill>
          <a:blip r:embed="rId5"/>
          <a:stretch/>
        </p:blipFill>
        <p:spPr>
          <a:xfrm>
            <a:off x="4614840" y="229860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6" name="Google Shape;1128;p42" descr="image.png"/>
          <p:cNvPicPr/>
          <p:nvPr/>
        </p:nvPicPr>
        <p:blipFill>
          <a:blip r:embed="rId6"/>
          <a:stretch/>
        </p:blipFill>
        <p:spPr>
          <a:xfrm>
            <a:off x="399960" y="288432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7" name="Google Shape;1129;p42" descr="image.png"/>
          <p:cNvPicPr/>
          <p:nvPr/>
        </p:nvPicPr>
        <p:blipFill>
          <a:blip r:embed="rId7"/>
          <a:stretch/>
        </p:blipFill>
        <p:spPr>
          <a:xfrm>
            <a:off x="4614840" y="288432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8" name="Google Shape;1130;p42"/>
          <p:cNvSpPr/>
          <p:nvPr/>
        </p:nvSpPr>
        <p:spPr>
          <a:xfrm>
            <a:off x="3486240" y="1948680"/>
            <a:ext cx="2580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9" name="Google Shape;1131;p42"/>
          <p:cNvSpPr/>
          <p:nvPr/>
        </p:nvSpPr>
        <p:spPr>
          <a:xfrm>
            <a:off x="57852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0" name="Google Shape;1132;p42"/>
          <p:cNvSpPr/>
          <p:nvPr/>
        </p:nvSpPr>
        <p:spPr>
          <a:xfrm>
            <a:off x="104292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1" name="Google Shape;1133;p42"/>
          <p:cNvSpPr/>
          <p:nvPr/>
        </p:nvSpPr>
        <p:spPr>
          <a:xfrm>
            <a:off x="132156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2" name="Google Shape;1134;p42"/>
          <p:cNvSpPr/>
          <p:nvPr/>
        </p:nvSpPr>
        <p:spPr>
          <a:xfrm>
            <a:off x="160020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3" name="Google Shape;1135;p42"/>
          <p:cNvSpPr/>
          <p:nvPr/>
        </p:nvSpPr>
        <p:spPr>
          <a:xfrm>
            <a:off x="187884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4" name="Google Shape;1136;p42"/>
          <p:cNvSpPr/>
          <p:nvPr/>
        </p:nvSpPr>
        <p:spPr>
          <a:xfrm>
            <a:off x="215748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5" name="Google Shape;1137;p42"/>
          <p:cNvSpPr/>
          <p:nvPr/>
        </p:nvSpPr>
        <p:spPr>
          <a:xfrm>
            <a:off x="578520" y="130788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6" name="Google Shape;1138;p42"/>
          <p:cNvSpPr/>
          <p:nvPr/>
        </p:nvSpPr>
        <p:spPr>
          <a:xfrm>
            <a:off x="1042920" y="130788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7" name="Google Shape;1139;p42"/>
          <p:cNvSpPr/>
          <p:nvPr/>
        </p:nvSpPr>
        <p:spPr>
          <a:xfrm>
            <a:off x="1321560" y="130788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8" name="Google Shape;1140;p42"/>
          <p:cNvSpPr/>
          <p:nvPr/>
        </p:nvSpPr>
        <p:spPr>
          <a:xfrm>
            <a:off x="1600200" y="130788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9" name="Google Shape;1141;p42"/>
          <p:cNvSpPr/>
          <p:nvPr/>
        </p:nvSpPr>
        <p:spPr>
          <a:xfrm>
            <a:off x="578520" y="1510200"/>
            <a:ext cx="4640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0" name="Google Shape;1142;p42"/>
          <p:cNvSpPr/>
          <p:nvPr/>
        </p:nvSpPr>
        <p:spPr>
          <a:xfrm>
            <a:off x="1135800" y="151020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1" name="Google Shape;1143;p42"/>
          <p:cNvSpPr/>
          <p:nvPr/>
        </p:nvSpPr>
        <p:spPr>
          <a:xfrm>
            <a:off x="1507320" y="151020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2" name="Google Shape;1144;p42"/>
          <p:cNvSpPr/>
          <p:nvPr/>
        </p:nvSpPr>
        <p:spPr>
          <a:xfrm>
            <a:off x="571680" y="3627360"/>
            <a:ext cx="8000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15803d"/>
                </a:solidFill>
                <a:uFillTx/>
                <a:latin typeface="JetBrains Mono ExtraBold"/>
                <a:ea typeface="JetBrains Mono ExtraBold"/>
              </a:rPr>
              <a:t>Correct answer: B. {1, 2}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3" name="Google Shape;1145;p42"/>
          <p:cNvSpPr/>
          <p:nvPr/>
        </p:nvSpPr>
        <p:spPr>
          <a:xfrm>
            <a:off x="571680" y="3855960"/>
            <a:ext cx="8000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166534"/>
                </a:solidFill>
                <a:uFillTx/>
                <a:latin typeface="Plus Jakarta Sans SemiBold"/>
                <a:ea typeface="Plus Jakarta Sans SemiBold"/>
              </a:rPr>
              <a:t>Duplicate elements are automatically removed from a set, so A becomes {1, 2, 3, 4}. Subtracting B removes 3 and 4, leaving {1, 2}.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54" name="Google Shape;1146;p42" descr="image.png"/>
          <p:cNvPicPr/>
          <p:nvPr/>
        </p:nvPicPr>
        <p:blipFill>
          <a:blip r:embed="rId8"/>
          <a:stretch/>
        </p:blipFill>
        <p:spPr>
          <a:xfrm>
            <a:off x="528480" y="239868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5" name="Google Shape;1147;p42"/>
          <p:cNvSpPr/>
          <p:nvPr/>
        </p:nvSpPr>
        <p:spPr>
          <a:xfrm>
            <a:off x="942840" y="2452320"/>
            <a:ext cx="77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{1, 2, 2}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56" name="Google Shape;1148;p42" descr="image.png"/>
          <p:cNvPicPr/>
          <p:nvPr/>
        </p:nvPicPr>
        <p:blipFill>
          <a:blip r:embed="rId9"/>
          <a:stretch/>
        </p:blipFill>
        <p:spPr>
          <a:xfrm>
            <a:off x="4743360" y="239868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7" name="Google Shape;1149;p42"/>
          <p:cNvSpPr/>
          <p:nvPr/>
        </p:nvSpPr>
        <p:spPr>
          <a:xfrm>
            <a:off x="5157720" y="2452320"/>
            <a:ext cx="514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{1, 2}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58" name="Google Shape;1150;p42" descr="image.png"/>
          <p:cNvPicPr/>
          <p:nvPr/>
        </p:nvPicPr>
        <p:blipFill>
          <a:blip r:embed="rId10"/>
          <a:stretch/>
        </p:blipFill>
        <p:spPr>
          <a:xfrm>
            <a:off x="528480" y="2984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9" name="Google Shape;1151;p42"/>
          <p:cNvSpPr/>
          <p:nvPr/>
        </p:nvSpPr>
        <p:spPr>
          <a:xfrm>
            <a:off x="942840" y="3038040"/>
            <a:ext cx="77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{2, 3, 4}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60" name="Google Shape;1152;p42" descr="image.png"/>
          <p:cNvPicPr/>
          <p:nvPr/>
        </p:nvPicPr>
        <p:blipFill>
          <a:blip r:embed="rId11"/>
          <a:stretch/>
        </p:blipFill>
        <p:spPr>
          <a:xfrm>
            <a:off x="4743360" y="2984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1" name="Google Shape;1153;p42"/>
          <p:cNvSpPr/>
          <p:nvPr/>
        </p:nvSpPr>
        <p:spPr>
          <a:xfrm>
            <a:off x="5157720" y="3038040"/>
            <a:ext cx="12855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{1, 2, 3, 4, 5}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1158;p43" descr="image.png"/>
          <p:cNvPicPr/>
          <p:nvPr/>
        </p:nvPicPr>
        <p:blipFill>
          <a:blip r:embed="rId1"/>
          <a:stretch/>
        </p:blipFill>
        <p:spPr>
          <a:xfrm>
            <a:off x="0" y="-140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3" name="Google Shape;1159;p43" descr="image.png"/>
          <p:cNvPicPr/>
          <p:nvPr/>
        </p:nvPicPr>
        <p:blipFill>
          <a:blip r:embed="rId2"/>
          <a:stretch/>
        </p:blipFill>
        <p:spPr>
          <a:xfrm>
            <a:off x="399960" y="1611720"/>
            <a:ext cx="8343720" cy="134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4" name="Google Shape;1160;p43"/>
          <p:cNvSpPr/>
          <p:nvPr/>
        </p:nvSpPr>
        <p:spPr>
          <a:xfrm>
            <a:off x="2550600" y="3262680"/>
            <a:ext cx="4042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5" name="Google Shape;1161;p43"/>
          <p:cNvSpPr/>
          <p:nvPr/>
        </p:nvSpPr>
        <p:spPr>
          <a:xfrm>
            <a:off x="69300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6" name="Google Shape;1162;p43"/>
          <p:cNvSpPr/>
          <p:nvPr/>
        </p:nvSpPr>
        <p:spPr>
          <a:xfrm>
            <a:off x="1300320" y="1854720"/>
            <a:ext cx="4924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7" name="Google Shape;1163;p43"/>
          <p:cNvSpPr/>
          <p:nvPr/>
        </p:nvSpPr>
        <p:spPr>
          <a:xfrm>
            <a:off x="1907280" y="1854720"/>
            <a:ext cx="56700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8" name="Google Shape;1164;p43"/>
          <p:cNvSpPr/>
          <p:nvPr/>
        </p:nvSpPr>
        <p:spPr>
          <a:xfrm>
            <a:off x="2393280" y="1854720"/>
            <a:ext cx="7455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9" name="Google Shape;1165;p43"/>
          <p:cNvSpPr/>
          <p:nvPr/>
        </p:nvSpPr>
        <p:spPr>
          <a:xfrm>
            <a:off x="3000240" y="1854720"/>
            <a:ext cx="6451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0" name="Google Shape;1166;p43"/>
          <p:cNvSpPr/>
          <p:nvPr/>
        </p:nvSpPr>
        <p:spPr>
          <a:xfrm>
            <a:off x="69300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1" name="Google Shape;1167;p43"/>
          <p:cNvSpPr/>
          <p:nvPr/>
        </p:nvSpPr>
        <p:spPr>
          <a:xfrm>
            <a:off x="93600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2" name="Google Shape;1168;p43"/>
          <p:cNvSpPr/>
          <p:nvPr/>
        </p:nvSpPr>
        <p:spPr>
          <a:xfrm>
            <a:off x="1300320" y="2144520"/>
            <a:ext cx="133560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append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3" name="Google Shape;1169;p43"/>
          <p:cNvSpPr/>
          <p:nvPr/>
        </p:nvSpPr>
        <p:spPr>
          <a:xfrm>
            <a:off x="2150280" y="2144520"/>
            <a:ext cx="8920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4" name="Google Shape;1170;p43"/>
          <p:cNvSpPr/>
          <p:nvPr/>
        </p:nvSpPr>
        <p:spPr>
          <a:xfrm>
            <a:off x="693000" y="2434680"/>
            <a:ext cx="14569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5" name="Google Shape;1171;p43"/>
          <p:cNvSpPr/>
          <p:nvPr/>
        </p:nvSpPr>
        <p:spPr>
          <a:xfrm>
            <a:off x="1421640" y="24346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1176;p4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7" name="Google Shape;1177;p44" descr="image.png"/>
          <p:cNvPicPr/>
          <p:nvPr/>
        </p:nvPicPr>
        <p:blipFill>
          <a:blip r:embed="rId2"/>
          <a:stretch/>
        </p:blipFill>
        <p:spPr>
          <a:xfrm>
            <a:off x="399960" y="1113120"/>
            <a:ext cx="8343720" cy="107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8" name="Google Shape;1178;p44" descr="image.png"/>
          <p:cNvPicPr/>
          <p:nvPr/>
        </p:nvPicPr>
        <p:blipFill>
          <a:blip r:embed="rId3"/>
          <a:stretch/>
        </p:blipFill>
        <p:spPr>
          <a:xfrm>
            <a:off x="399960" y="280152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9" name="Google Shape;1179;p44" descr="image.png"/>
          <p:cNvPicPr/>
          <p:nvPr/>
        </p:nvPicPr>
        <p:blipFill>
          <a:blip r:embed="rId4"/>
          <a:stretch/>
        </p:blipFill>
        <p:spPr>
          <a:xfrm>
            <a:off x="4629240" y="280152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0" name="Google Shape;1180;p44" descr="image.png"/>
          <p:cNvPicPr/>
          <p:nvPr/>
        </p:nvPicPr>
        <p:blipFill>
          <a:blip r:embed="rId5"/>
          <a:stretch/>
        </p:blipFill>
        <p:spPr>
          <a:xfrm>
            <a:off x="399960" y="34732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1" name="Google Shape;1181;p44" descr="image.png"/>
          <p:cNvPicPr/>
          <p:nvPr/>
        </p:nvPicPr>
        <p:blipFill>
          <a:blip r:embed="rId6"/>
          <a:stretch/>
        </p:blipFill>
        <p:spPr>
          <a:xfrm>
            <a:off x="4629240" y="34732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2" name="Google Shape;1182;p44"/>
          <p:cNvSpPr/>
          <p:nvPr/>
        </p:nvSpPr>
        <p:spPr>
          <a:xfrm>
            <a:off x="3339720" y="2358720"/>
            <a:ext cx="29620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3" name="Google Shape;1183;p44"/>
          <p:cNvSpPr/>
          <p:nvPr/>
        </p:nvSpPr>
        <p:spPr>
          <a:xfrm>
            <a:off x="621360" y="12844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4" name="Google Shape;1184;p44"/>
          <p:cNvSpPr/>
          <p:nvPr/>
        </p:nvSpPr>
        <p:spPr>
          <a:xfrm>
            <a:off x="1121760" y="1284480"/>
            <a:ext cx="471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5" name="Google Shape;1185;p44"/>
          <p:cNvSpPr/>
          <p:nvPr/>
        </p:nvSpPr>
        <p:spPr>
          <a:xfrm>
            <a:off x="1621440" y="1284480"/>
            <a:ext cx="399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6" name="Google Shape;1186;p44"/>
          <p:cNvSpPr/>
          <p:nvPr/>
        </p:nvSpPr>
        <p:spPr>
          <a:xfrm>
            <a:off x="2021760" y="1284480"/>
            <a:ext cx="43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7" name="Google Shape;1187;p44"/>
          <p:cNvSpPr/>
          <p:nvPr/>
        </p:nvSpPr>
        <p:spPr>
          <a:xfrm>
            <a:off x="2521800" y="1284480"/>
            <a:ext cx="399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8" name="Google Shape;1188;p44"/>
          <p:cNvSpPr/>
          <p:nvPr/>
        </p:nvSpPr>
        <p:spPr>
          <a:xfrm>
            <a:off x="621360" y="1532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9" name="Google Shape;1189;p44"/>
          <p:cNvSpPr/>
          <p:nvPr/>
        </p:nvSpPr>
        <p:spPr>
          <a:xfrm>
            <a:off x="821520" y="1532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0" name="Google Shape;1190;p44"/>
          <p:cNvSpPr/>
          <p:nvPr/>
        </p:nvSpPr>
        <p:spPr>
          <a:xfrm>
            <a:off x="1121400" y="1532880"/>
            <a:ext cx="900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append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1" name="Google Shape;1191;p44"/>
          <p:cNvSpPr/>
          <p:nvPr/>
        </p:nvSpPr>
        <p:spPr>
          <a:xfrm>
            <a:off x="1821600" y="1532880"/>
            <a:ext cx="4996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2" name="Google Shape;1192;p44"/>
          <p:cNvSpPr/>
          <p:nvPr/>
        </p:nvSpPr>
        <p:spPr>
          <a:xfrm>
            <a:off x="621360" y="1781640"/>
            <a:ext cx="8481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3" name="Google Shape;1193;p44"/>
          <p:cNvSpPr/>
          <p:nvPr/>
        </p:nvSpPr>
        <p:spPr>
          <a:xfrm>
            <a:off x="1221480" y="17816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94" name="Google Shape;1194;p44" descr="image.png"/>
          <p:cNvPicPr/>
          <p:nvPr/>
        </p:nvPicPr>
        <p:blipFill>
          <a:blip r:embed="rId7"/>
          <a:stretch/>
        </p:blipFill>
        <p:spPr>
          <a:xfrm>
            <a:off x="557280" y="2930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5" name="Google Shape;1195;p44"/>
          <p:cNvSpPr/>
          <p:nvPr/>
        </p:nvSpPr>
        <p:spPr>
          <a:xfrm>
            <a:off x="971640" y="2983680"/>
            <a:ext cx="1542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(10, [20, 30],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96" name="Google Shape;1196;p44" descr="image.png"/>
          <p:cNvPicPr/>
          <p:nvPr/>
        </p:nvPicPr>
        <p:blipFill>
          <a:blip r:embed="rId8"/>
          <a:stretch/>
        </p:blipFill>
        <p:spPr>
          <a:xfrm>
            <a:off x="4786200" y="2930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7" name="Google Shape;1197;p44"/>
          <p:cNvSpPr/>
          <p:nvPr/>
        </p:nvSpPr>
        <p:spPr>
          <a:xfrm>
            <a:off x="5200560" y="2983680"/>
            <a:ext cx="1885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(10, [20, 30, 50],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98" name="Google Shape;1198;p44" descr="image.png"/>
          <p:cNvPicPr/>
          <p:nvPr/>
        </p:nvPicPr>
        <p:blipFill>
          <a:blip r:embed="rId9"/>
          <a:stretch/>
        </p:blipFill>
        <p:spPr>
          <a:xfrm>
            <a:off x="557280" y="3601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9" name="Google Shape;1199;p44"/>
          <p:cNvSpPr/>
          <p:nvPr/>
        </p:nvSpPr>
        <p:spPr>
          <a:xfrm>
            <a:off x="971640" y="3669840"/>
            <a:ext cx="2285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Error — Tuple cannot be modified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00" name="Google Shape;1200;p44" descr="image.png"/>
          <p:cNvPicPr/>
          <p:nvPr/>
        </p:nvPicPr>
        <p:blipFill>
          <a:blip r:embed="rId10"/>
          <a:stretch/>
        </p:blipFill>
        <p:spPr>
          <a:xfrm>
            <a:off x="4786200" y="3601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1" name="Google Shape;1201;p44"/>
          <p:cNvSpPr/>
          <p:nvPr/>
        </p:nvSpPr>
        <p:spPr>
          <a:xfrm>
            <a:off x="5200560" y="3655440"/>
            <a:ext cx="17143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(10, 20, 30, 50, 40)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206;p4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3" name="Google Shape;1207;p45" descr="image.png"/>
          <p:cNvPicPr/>
          <p:nvPr/>
        </p:nvPicPr>
        <p:blipFill>
          <a:blip r:embed="rId2"/>
          <a:stretch/>
        </p:blipFill>
        <p:spPr>
          <a:xfrm>
            <a:off x="399960" y="983880"/>
            <a:ext cx="8343720" cy="84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4" name="Google Shape;1208;p45" descr="image.png"/>
          <p:cNvPicPr/>
          <p:nvPr/>
        </p:nvPicPr>
        <p:blipFill>
          <a:blip r:embed="rId3"/>
          <a:stretch/>
        </p:blipFill>
        <p:spPr>
          <a:xfrm>
            <a:off x="399960" y="3498840"/>
            <a:ext cx="8343720" cy="66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5" name="Google Shape;1209;p45" descr="image.png"/>
          <p:cNvPicPr/>
          <p:nvPr/>
        </p:nvPicPr>
        <p:blipFill>
          <a:blip r:embed="rId4"/>
          <a:stretch/>
        </p:blipFill>
        <p:spPr>
          <a:xfrm>
            <a:off x="399960" y="229860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6" name="Google Shape;1210;p45" descr="image.png"/>
          <p:cNvPicPr/>
          <p:nvPr/>
        </p:nvPicPr>
        <p:blipFill>
          <a:blip r:embed="rId5"/>
          <a:stretch/>
        </p:blipFill>
        <p:spPr>
          <a:xfrm>
            <a:off x="4614840" y="229860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7" name="Google Shape;1211;p45" descr="image.png"/>
          <p:cNvPicPr/>
          <p:nvPr/>
        </p:nvPicPr>
        <p:blipFill>
          <a:blip r:embed="rId6"/>
          <a:stretch/>
        </p:blipFill>
        <p:spPr>
          <a:xfrm>
            <a:off x="399960" y="288432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8" name="Google Shape;1212;p45" descr="image.png"/>
          <p:cNvPicPr/>
          <p:nvPr/>
        </p:nvPicPr>
        <p:blipFill>
          <a:blip r:embed="rId7"/>
          <a:stretch/>
        </p:blipFill>
        <p:spPr>
          <a:xfrm>
            <a:off x="4614840" y="288432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9" name="Google Shape;1213;p45"/>
          <p:cNvSpPr/>
          <p:nvPr/>
        </p:nvSpPr>
        <p:spPr>
          <a:xfrm>
            <a:off x="3486240" y="1948680"/>
            <a:ext cx="2964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0" name="Google Shape;1214;p45"/>
          <p:cNvSpPr/>
          <p:nvPr/>
        </p:nvSpPr>
        <p:spPr>
          <a:xfrm>
            <a:off x="578520" y="110556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1" name="Google Shape;1215;p45"/>
          <p:cNvSpPr/>
          <p:nvPr/>
        </p:nvSpPr>
        <p:spPr>
          <a:xfrm>
            <a:off x="1042920" y="110556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2" name="Google Shape;1216;p45"/>
          <p:cNvSpPr/>
          <p:nvPr/>
        </p:nvSpPr>
        <p:spPr>
          <a:xfrm>
            <a:off x="1507320" y="110556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3" name="Google Shape;1217;p45"/>
          <p:cNvSpPr/>
          <p:nvPr/>
        </p:nvSpPr>
        <p:spPr>
          <a:xfrm>
            <a:off x="1878840" y="110556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4" name="Google Shape;1218;p45"/>
          <p:cNvSpPr/>
          <p:nvPr/>
        </p:nvSpPr>
        <p:spPr>
          <a:xfrm>
            <a:off x="2343240" y="110556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5" name="Google Shape;1219;p45"/>
          <p:cNvSpPr/>
          <p:nvPr/>
        </p:nvSpPr>
        <p:spPr>
          <a:xfrm>
            <a:off x="578520" y="130788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6" name="Google Shape;1220;p45"/>
          <p:cNvSpPr/>
          <p:nvPr/>
        </p:nvSpPr>
        <p:spPr>
          <a:xfrm>
            <a:off x="764280" y="130788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7" name="Google Shape;1221;p45"/>
          <p:cNvSpPr/>
          <p:nvPr/>
        </p:nvSpPr>
        <p:spPr>
          <a:xfrm>
            <a:off x="1042920" y="1307880"/>
            <a:ext cx="5569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append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8" name="Google Shape;1222;p45"/>
          <p:cNvSpPr/>
          <p:nvPr/>
        </p:nvSpPr>
        <p:spPr>
          <a:xfrm>
            <a:off x="1693080" y="130788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9" name="Google Shape;1223;p45"/>
          <p:cNvSpPr/>
          <p:nvPr/>
        </p:nvSpPr>
        <p:spPr>
          <a:xfrm>
            <a:off x="578520" y="1510200"/>
            <a:ext cx="4640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0" name="Google Shape;1224;p45"/>
          <p:cNvSpPr/>
          <p:nvPr/>
        </p:nvSpPr>
        <p:spPr>
          <a:xfrm>
            <a:off x="1135800" y="151020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1" name="Google Shape;1225;p45"/>
          <p:cNvSpPr/>
          <p:nvPr/>
        </p:nvSpPr>
        <p:spPr>
          <a:xfrm>
            <a:off x="571680" y="3627360"/>
            <a:ext cx="8000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15803d"/>
                </a:solidFill>
                <a:uFillTx/>
                <a:latin typeface="JetBrains Mono ExtraBold"/>
                <a:ea typeface="JetBrains Mono ExtraBold"/>
              </a:rPr>
              <a:t>Correct answer: B. (10, [20, 30, 50],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2" name="Google Shape;1226;p45"/>
          <p:cNvSpPr/>
          <p:nvPr/>
        </p:nvSpPr>
        <p:spPr>
          <a:xfrm>
            <a:off x="571680" y="3855960"/>
            <a:ext cx="8000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166534"/>
                </a:solidFill>
                <a:uFillTx/>
                <a:latin typeface="Plus Jakarta Sans SemiBold"/>
                <a:ea typeface="Plus Jakarta Sans SemiBold"/>
              </a:rPr>
              <a:t>The tuple itself is immutable, but the list inside it is mutable. append(50) changes the inner list.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23" name="Google Shape;1227;p45" descr="image.png"/>
          <p:cNvPicPr/>
          <p:nvPr/>
        </p:nvPicPr>
        <p:blipFill>
          <a:blip r:embed="rId8"/>
          <a:stretch/>
        </p:blipFill>
        <p:spPr>
          <a:xfrm>
            <a:off x="528480" y="239868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4" name="Google Shape;1228;p45"/>
          <p:cNvSpPr/>
          <p:nvPr/>
        </p:nvSpPr>
        <p:spPr>
          <a:xfrm>
            <a:off x="942840" y="2452320"/>
            <a:ext cx="1542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(10, [20, 30],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25" name="Google Shape;1229;p45" descr="image.png"/>
          <p:cNvPicPr/>
          <p:nvPr/>
        </p:nvPicPr>
        <p:blipFill>
          <a:blip r:embed="rId9"/>
          <a:stretch/>
        </p:blipFill>
        <p:spPr>
          <a:xfrm>
            <a:off x="4743360" y="239868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6" name="Google Shape;1230;p45"/>
          <p:cNvSpPr/>
          <p:nvPr/>
        </p:nvSpPr>
        <p:spPr>
          <a:xfrm>
            <a:off x="5157720" y="2452320"/>
            <a:ext cx="1885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(10, [20, 30, 50],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27" name="Google Shape;1231;p45" descr="image.png"/>
          <p:cNvPicPr/>
          <p:nvPr/>
        </p:nvPicPr>
        <p:blipFill>
          <a:blip r:embed="rId10"/>
          <a:stretch/>
        </p:blipFill>
        <p:spPr>
          <a:xfrm>
            <a:off x="528480" y="2984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8" name="Google Shape;1232;p45"/>
          <p:cNvSpPr/>
          <p:nvPr/>
        </p:nvSpPr>
        <p:spPr>
          <a:xfrm>
            <a:off x="942840" y="3057480"/>
            <a:ext cx="228564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Error — Tuple cannot be modified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29" name="Google Shape;1233;p45" descr="image.png"/>
          <p:cNvPicPr/>
          <p:nvPr/>
        </p:nvPicPr>
        <p:blipFill>
          <a:blip r:embed="rId11"/>
          <a:stretch/>
        </p:blipFill>
        <p:spPr>
          <a:xfrm>
            <a:off x="4743360" y="2984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0" name="Google Shape;1234;p45"/>
          <p:cNvSpPr/>
          <p:nvPr/>
        </p:nvSpPr>
        <p:spPr>
          <a:xfrm>
            <a:off x="5157720" y="3038040"/>
            <a:ext cx="17143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(10, 20, 30, 50, 40)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239;p46" descr="image.png"/>
          <p:cNvPicPr/>
          <p:nvPr/>
        </p:nvPicPr>
        <p:blipFill>
          <a:blip r:embed="rId1"/>
          <a:stretch/>
        </p:blipFill>
        <p:spPr>
          <a:xfrm>
            <a:off x="-8640" y="-86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2" name="Google Shape;1240;p46" descr="image.png"/>
          <p:cNvPicPr/>
          <p:nvPr/>
        </p:nvPicPr>
        <p:blipFill>
          <a:blip r:embed="rId2"/>
          <a:stretch/>
        </p:blipFill>
        <p:spPr>
          <a:xfrm>
            <a:off x="399960" y="1756800"/>
            <a:ext cx="8343720" cy="10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3" name="Google Shape;1241;p46"/>
          <p:cNvSpPr/>
          <p:nvPr/>
        </p:nvSpPr>
        <p:spPr>
          <a:xfrm>
            <a:off x="3089520" y="3065400"/>
            <a:ext cx="35179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4" name="Google Shape;1242;p46"/>
          <p:cNvSpPr/>
          <p:nvPr/>
        </p:nvSpPr>
        <p:spPr>
          <a:xfrm>
            <a:off x="693000" y="199944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5" name="Google Shape;1243;p46"/>
          <p:cNvSpPr/>
          <p:nvPr/>
        </p:nvSpPr>
        <p:spPr>
          <a:xfrm>
            <a:off x="1300320" y="1999440"/>
            <a:ext cx="606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6" name="Google Shape;1244;p46"/>
          <p:cNvSpPr/>
          <p:nvPr/>
        </p:nvSpPr>
        <p:spPr>
          <a:xfrm>
            <a:off x="1907280" y="1999440"/>
            <a:ext cx="6454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7" name="Google Shape;1245;p46"/>
          <p:cNvSpPr/>
          <p:nvPr/>
        </p:nvSpPr>
        <p:spPr>
          <a:xfrm>
            <a:off x="2393280" y="1999440"/>
            <a:ext cx="1029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"b"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8" name="Google Shape;1246;p46"/>
          <p:cNvSpPr/>
          <p:nvPr/>
        </p:nvSpPr>
        <p:spPr>
          <a:xfrm>
            <a:off x="3000240" y="1999440"/>
            <a:ext cx="4852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9" name="Google Shape;1247;p46"/>
          <p:cNvSpPr/>
          <p:nvPr/>
        </p:nvSpPr>
        <p:spPr>
          <a:xfrm>
            <a:off x="3486240" y="1999440"/>
            <a:ext cx="7185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0" name="Google Shape;1248;p46"/>
          <p:cNvSpPr/>
          <p:nvPr/>
        </p:nvSpPr>
        <p:spPr>
          <a:xfrm>
            <a:off x="4093560" y="1999440"/>
            <a:ext cx="9586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1" name="Google Shape;1249;p46"/>
          <p:cNvSpPr/>
          <p:nvPr/>
        </p:nvSpPr>
        <p:spPr>
          <a:xfrm>
            <a:off x="693000" y="2289600"/>
            <a:ext cx="1029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2" name="Google Shape;1250;p46"/>
          <p:cNvSpPr/>
          <p:nvPr/>
        </p:nvSpPr>
        <p:spPr>
          <a:xfrm>
            <a:off x="1421640" y="228960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255;p47" descr="image.png"/>
          <p:cNvPicPr/>
          <p:nvPr/>
        </p:nvPicPr>
        <p:blipFill>
          <a:blip r:embed="rId1"/>
          <a:stretch/>
        </p:blipFill>
        <p:spPr>
          <a:xfrm>
            <a:off x="0" y="-6120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4" name="Google Shape;1256;p47" descr="image.png"/>
          <p:cNvPicPr/>
          <p:nvPr/>
        </p:nvPicPr>
        <p:blipFill>
          <a:blip r:embed="rId2"/>
          <a:stretch/>
        </p:blipFill>
        <p:spPr>
          <a:xfrm>
            <a:off x="399960" y="1237320"/>
            <a:ext cx="8343720" cy="82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5" name="Google Shape;1257;p47" descr="image.png"/>
          <p:cNvPicPr/>
          <p:nvPr/>
        </p:nvPicPr>
        <p:blipFill>
          <a:blip r:embed="rId3"/>
          <a:stretch/>
        </p:blipFill>
        <p:spPr>
          <a:xfrm>
            <a:off x="399960" y="267732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6" name="Google Shape;1258;p47" descr="image.png"/>
          <p:cNvPicPr/>
          <p:nvPr/>
        </p:nvPicPr>
        <p:blipFill>
          <a:blip r:embed="rId4"/>
          <a:stretch/>
        </p:blipFill>
        <p:spPr>
          <a:xfrm>
            <a:off x="4629240" y="267732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7" name="Google Shape;1259;p47" descr="image.png"/>
          <p:cNvPicPr/>
          <p:nvPr/>
        </p:nvPicPr>
        <p:blipFill>
          <a:blip r:embed="rId5"/>
          <a:stretch/>
        </p:blipFill>
        <p:spPr>
          <a:xfrm>
            <a:off x="399960" y="33490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8" name="Google Shape;1260;p47" descr="image.png"/>
          <p:cNvPicPr/>
          <p:nvPr/>
        </p:nvPicPr>
        <p:blipFill>
          <a:blip r:embed="rId6"/>
          <a:stretch/>
        </p:blipFill>
        <p:spPr>
          <a:xfrm>
            <a:off x="4629240" y="33490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9" name="Google Shape;1261;p47"/>
          <p:cNvSpPr/>
          <p:nvPr/>
        </p:nvSpPr>
        <p:spPr>
          <a:xfrm>
            <a:off x="2566440" y="2239560"/>
            <a:ext cx="40107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0" name="Google Shape;1262;p47"/>
          <p:cNvSpPr/>
          <p:nvPr/>
        </p:nvSpPr>
        <p:spPr>
          <a:xfrm>
            <a:off x="621360" y="14086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1" name="Google Shape;1263;p47"/>
          <p:cNvSpPr/>
          <p:nvPr/>
        </p:nvSpPr>
        <p:spPr>
          <a:xfrm>
            <a:off x="1121760" y="1408680"/>
            <a:ext cx="863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2" name="Google Shape;1264;p47"/>
          <p:cNvSpPr/>
          <p:nvPr/>
        </p:nvSpPr>
        <p:spPr>
          <a:xfrm>
            <a:off x="1621440" y="1408680"/>
            <a:ext cx="5907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3" name="Google Shape;1265;p47"/>
          <p:cNvSpPr/>
          <p:nvPr/>
        </p:nvSpPr>
        <p:spPr>
          <a:xfrm>
            <a:off x="2021760" y="1408680"/>
            <a:ext cx="69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"b"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4" name="Google Shape;1266;p47"/>
          <p:cNvSpPr/>
          <p:nvPr/>
        </p:nvSpPr>
        <p:spPr>
          <a:xfrm>
            <a:off x="2521800" y="1408680"/>
            <a:ext cx="69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5" name="Google Shape;1267;p47"/>
          <p:cNvSpPr/>
          <p:nvPr/>
        </p:nvSpPr>
        <p:spPr>
          <a:xfrm>
            <a:off x="2921760" y="1408680"/>
            <a:ext cx="4996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6" name="Google Shape;1268;p47"/>
          <p:cNvSpPr/>
          <p:nvPr/>
        </p:nvSpPr>
        <p:spPr>
          <a:xfrm>
            <a:off x="3421800" y="1408680"/>
            <a:ext cx="69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7" name="Google Shape;1269;p47"/>
          <p:cNvSpPr/>
          <p:nvPr/>
        </p:nvSpPr>
        <p:spPr>
          <a:xfrm>
            <a:off x="621360" y="1657440"/>
            <a:ext cx="11624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8" name="Google Shape;1270;p47"/>
          <p:cNvSpPr/>
          <p:nvPr/>
        </p:nvSpPr>
        <p:spPr>
          <a:xfrm>
            <a:off x="1221480" y="16574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59" name="Google Shape;1271;p47" descr="image.png"/>
          <p:cNvPicPr/>
          <p:nvPr/>
        </p:nvPicPr>
        <p:blipFill>
          <a:blip r:embed="rId7"/>
          <a:stretch/>
        </p:blipFill>
        <p:spPr>
          <a:xfrm>
            <a:off x="557280" y="28062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0" name="Google Shape;1272;p47"/>
          <p:cNvSpPr/>
          <p:nvPr/>
        </p:nvSpPr>
        <p:spPr>
          <a:xfrm>
            <a:off x="971640" y="2859480"/>
            <a:ext cx="2314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{"a": 10, "b": 20, "a": 30}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61" name="Google Shape;1273;p47" descr="image.png"/>
          <p:cNvPicPr/>
          <p:nvPr/>
        </p:nvPicPr>
        <p:blipFill>
          <a:blip r:embed="rId8"/>
          <a:stretch/>
        </p:blipFill>
        <p:spPr>
          <a:xfrm>
            <a:off x="4786200" y="28062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Google Shape;1274;p47"/>
          <p:cNvSpPr/>
          <p:nvPr/>
        </p:nvSpPr>
        <p:spPr>
          <a:xfrm>
            <a:off x="5200560" y="2859480"/>
            <a:ext cx="1542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{"a": 30, "b": 20}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63" name="Google Shape;1275;p47" descr="image.png"/>
          <p:cNvPicPr/>
          <p:nvPr/>
        </p:nvPicPr>
        <p:blipFill>
          <a:blip r:embed="rId9"/>
          <a:stretch/>
        </p:blipFill>
        <p:spPr>
          <a:xfrm>
            <a:off x="557280" y="34776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4" name="Google Shape;1276;p47"/>
          <p:cNvSpPr/>
          <p:nvPr/>
        </p:nvSpPr>
        <p:spPr>
          <a:xfrm>
            <a:off x="971640" y="3531240"/>
            <a:ext cx="1542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{"a": 10, "b": 20}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65" name="Google Shape;1277;p47" descr="image.png"/>
          <p:cNvPicPr/>
          <p:nvPr/>
        </p:nvPicPr>
        <p:blipFill>
          <a:blip r:embed="rId10"/>
          <a:stretch/>
        </p:blipFill>
        <p:spPr>
          <a:xfrm>
            <a:off x="4786200" y="34776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6" name="Google Shape;1278;p47"/>
          <p:cNvSpPr/>
          <p:nvPr/>
        </p:nvSpPr>
        <p:spPr>
          <a:xfrm>
            <a:off x="5200560" y="3550320"/>
            <a:ext cx="27144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Error — Duplicate keys are not allowed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283;p4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8" name="Google Shape;1284;p48" descr="image.png"/>
          <p:cNvPicPr/>
          <p:nvPr/>
        </p:nvPicPr>
        <p:blipFill>
          <a:blip r:embed="rId2"/>
          <a:stretch/>
        </p:blipFill>
        <p:spPr>
          <a:xfrm>
            <a:off x="399960" y="1085040"/>
            <a:ext cx="8343720" cy="6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9" name="Google Shape;1285;p48" descr="image.png"/>
          <p:cNvPicPr/>
          <p:nvPr/>
        </p:nvPicPr>
        <p:blipFill>
          <a:blip r:embed="rId3"/>
          <a:stretch/>
        </p:blipFill>
        <p:spPr>
          <a:xfrm>
            <a:off x="399960" y="3397680"/>
            <a:ext cx="8343720" cy="66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0" name="Google Shape;1286;p48" descr="image.png"/>
          <p:cNvPicPr/>
          <p:nvPr/>
        </p:nvPicPr>
        <p:blipFill>
          <a:blip r:embed="rId4"/>
          <a:stretch/>
        </p:blipFill>
        <p:spPr>
          <a:xfrm>
            <a:off x="399960" y="219744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1" name="Google Shape;1287;p48" descr="image.png"/>
          <p:cNvPicPr/>
          <p:nvPr/>
        </p:nvPicPr>
        <p:blipFill>
          <a:blip r:embed="rId5"/>
          <a:stretch/>
        </p:blipFill>
        <p:spPr>
          <a:xfrm>
            <a:off x="4614840" y="219744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2" name="Google Shape;1288;p48" descr="image.png"/>
          <p:cNvPicPr/>
          <p:nvPr/>
        </p:nvPicPr>
        <p:blipFill>
          <a:blip r:embed="rId6"/>
          <a:stretch/>
        </p:blipFill>
        <p:spPr>
          <a:xfrm>
            <a:off x="399960" y="278316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3" name="Google Shape;1289;p48" descr="image.png"/>
          <p:cNvPicPr/>
          <p:nvPr/>
        </p:nvPicPr>
        <p:blipFill>
          <a:blip r:embed="rId7"/>
          <a:stretch/>
        </p:blipFill>
        <p:spPr>
          <a:xfrm>
            <a:off x="4614840" y="278316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4" name="Google Shape;1290;p48"/>
          <p:cNvSpPr/>
          <p:nvPr/>
        </p:nvSpPr>
        <p:spPr>
          <a:xfrm>
            <a:off x="2714760" y="1849680"/>
            <a:ext cx="327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5" name="Google Shape;1291;p48"/>
          <p:cNvSpPr/>
          <p:nvPr/>
        </p:nvSpPr>
        <p:spPr>
          <a:xfrm>
            <a:off x="578520" y="120672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6" name="Google Shape;1292;p48"/>
          <p:cNvSpPr/>
          <p:nvPr/>
        </p:nvSpPr>
        <p:spPr>
          <a:xfrm>
            <a:off x="1042920" y="1206720"/>
            <a:ext cx="278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7" name="Google Shape;1293;p48"/>
          <p:cNvSpPr/>
          <p:nvPr/>
        </p:nvSpPr>
        <p:spPr>
          <a:xfrm>
            <a:off x="1507320" y="120672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8" name="Google Shape;1294;p48"/>
          <p:cNvSpPr/>
          <p:nvPr/>
        </p:nvSpPr>
        <p:spPr>
          <a:xfrm>
            <a:off x="1878840" y="1206720"/>
            <a:ext cx="278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"b"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9" name="Google Shape;1295;p48"/>
          <p:cNvSpPr/>
          <p:nvPr/>
        </p:nvSpPr>
        <p:spPr>
          <a:xfrm>
            <a:off x="2343240" y="120672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0" name="Google Shape;1296;p48"/>
          <p:cNvSpPr/>
          <p:nvPr/>
        </p:nvSpPr>
        <p:spPr>
          <a:xfrm>
            <a:off x="2714760" y="1206720"/>
            <a:ext cx="278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"a"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1" name="Google Shape;1297;p48"/>
          <p:cNvSpPr/>
          <p:nvPr/>
        </p:nvSpPr>
        <p:spPr>
          <a:xfrm>
            <a:off x="3178800" y="1206720"/>
            <a:ext cx="185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2" name="Google Shape;1298;p48"/>
          <p:cNvSpPr/>
          <p:nvPr/>
        </p:nvSpPr>
        <p:spPr>
          <a:xfrm>
            <a:off x="578520" y="1409040"/>
            <a:ext cx="4640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3" name="Google Shape;1299;p48"/>
          <p:cNvSpPr/>
          <p:nvPr/>
        </p:nvSpPr>
        <p:spPr>
          <a:xfrm>
            <a:off x="1135800" y="1409040"/>
            <a:ext cx="92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4" name="Google Shape;1300;p48"/>
          <p:cNvSpPr/>
          <p:nvPr/>
        </p:nvSpPr>
        <p:spPr>
          <a:xfrm>
            <a:off x="571680" y="3526200"/>
            <a:ext cx="8000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15803d"/>
                </a:solidFill>
                <a:uFillTx/>
                <a:latin typeface="JetBrains Mono ExtraBold"/>
                <a:ea typeface="JetBrains Mono ExtraBold"/>
              </a:rPr>
              <a:t>Correct answer: B. {"a": 30, "b": 20}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5" name="Google Shape;1301;p48"/>
          <p:cNvSpPr/>
          <p:nvPr/>
        </p:nvSpPr>
        <p:spPr>
          <a:xfrm>
            <a:off x="571680" y="3754800"/>
            <a:ext cx="8000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166534"/>
                </a:solidFill>
                <a:uFillTx/>
                <a:latin typeface="Plus Jakarta Sans SemiBold"/>
                <a:ea typeface="Plus Jakarta Sans SemiBold"/>
              </a:rPr>
              <a:t>Dictionary keys must be unique. The second "a": 30 replaces the earlier value 10.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86" name="Google Shape;1302;p48" descr="image.png"/>
          <p:cNvPicPr/>
          <p:nvPr/>
        </p:nvPicPr>
        <p:blipFill>
          <a:blip r:embed="rId8"/>
          <a:stretch/>
        </p:blipFill>
        <p:spPr>
          <a:xfrm>
            <a:off x="528480" y="229752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7" name="Google Shape;1303;p48"/>
          <p:cNvSpPr/>
          <p:nvPr/>
        </p:nvSpPr>
        <p:spPr>
          <a:xfrm>
            <a:off x="942840" y="2350800"/>
            <a:ext cx="2314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{"a": 10, "b": 20, "a": 30}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88" name="Google Shape;1304;p48" descr="image.png"/>
          <p:cNvPicPr/>
          <p:nvPr/>
        </p:nvPicPr>
        <p:blipFill>
          <a:blip r:embed="rId9"/>
          <a:stretch/>
        </p:blipFill>
        <p:spPr>
          <a:xfrm>
            <a:off x="4743360" y="229752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9" name="Google Shape;1305;p48"/>
          <p:cNvSpPr/>
          <p:nvPr/>
        </p:nvSpPr>
        <p:spPr>
          <a:xfrm>
            <a:off x="5157720" y="2350800"/>
            <a:ext cx="1542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{"a": 30, "b": 20}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90" name="Google Shape;1306;p48" descr="image.png"/>
          <p:cNvPicPr/>
          <p:nvPr/>
        </p:nvPicPr>
        <p:blipFill>
          <a:blip r:embed="rId10"/>
          <a:stretch/>
        </p:blipFill>
        <p:spPr>
          <a:xfrm>
            <a:off x="528480" y="288324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1" name="Google Shape;1307;p48"/>
          <p:cNvSpPr/>
          <p:nvPr/>
        </p:nvSpPr>
        <p:spPr>
          <a:xfrm>
            <a:off x="942840" y="2936880"/>
            <a:ext cx="1542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{"a": 10, "b": 20}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92" name="Google Shape;1308;p48" descr="image.png"/>
          <p:cNvPicPr/>
          <p:nvPr/>
        </p:nvPicPr>
        <p:blipFill>
          <a:blip r:embed="rId11"/>
          <a:stretch/>
        </p:blipFill>
        <p:spPr>
          <a:xfrm>
            <a:off x="4743360" y="288324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3" name="Google Shape;1309;p48"/>
          <p:cNvSpPr/>
          <p:nvPr/>
        </p:nvSpPr>
        <p:spPr>
          <a:xfrm>
            <a:off x="5157720" y="2961000"/>
            <a:ext cx="24429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Error — Duplicate keys are not allowed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314;p4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5" name="Google Shape;1315;p49" descr="image.png"/>
          <p:cNvPicPr/>
          <p:nvPr/>
        </p:nvPicPr>
        <p:blipFill>
          <a:blip r:embed="rId2"/>
          <a:stretch/>
        </p:blipFill>
        <p:spPr>
          <a:xfrm>
            <a:off x="399960" y="1321560"/>
            <a:ext cx="8343720" cy="19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6" name="Google Shape;1316;p49"/>
          <p:cNvSpPr/>
          <p:nvPr/>
        </p:nvSpPr>
        <p:spPr>
          <a:xfrm>
            <a:off x="3089520" y="3500280"/>
            <a:ext cx="29642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7" name="Google Shape;1317;p49"/>
          <p:cNvSpPr/>
          <p:nvPr/>
        </p:nvSpPr>
        <p:spPr>
          <a:xfrm>
            <a:off x="693000" y="156456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8" name="Google Shape;1318;p49"/>
          <p:cNvSpPr/>
          <p:nvPr/>
        </p:nvSpPr>
        <p:spPr>
          <a:xfrm>
            <a:off x="1300320" y="1564560"/>
            <a:ext cx="5623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9" name="Google Shape;1319;p49"/>
          <p:cNvSpPr/>
          <p:nvPr/>
        </p:nvSpPr>
        <p:spPr>
          <a:xfrm>
            <a:off x="1785960" y="1564560"/>
            <a:ext cx="4852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0" name="Google Shape;1320;p49"/>
          <p:cNvSpPr/>
          <p:nvPr/>
        </p:nvSpPr>
        <p:spPr>
          <a:xfrm>
            <a:off x="2271600" y="1564560"/>
            <a:ext cx="4852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1" name="Google Shape;1321;p49"/>
          <p:cNvSpPr/>
          <p:nvPr/>
        </p:nvSpPr>
        <p:spPr>
          <a:xfrm>
            <a:off x="69300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2" name="Google Shape;1322;p49"/>
          <p:cNvSpPr/>
          <p:nvPr/>
        </p:nvSpPr>
        <p:spPr>
          <a:xfrm>
            <a:off x="1178640" y="18547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3" name="Google Shape;1323;p49"/>
          <p:cNvSpPr/>
          <p:nvPr/>
        </p:nvSpPr>
        <p:spPr>
          <a:xfrm>
            <a:off x="69300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4" name="Google Shape;1324;p49"/>
          <p:cNvSpPr/>
          <p:nvPr/>
        </p:nvSpPr>
        <p:spPr>
          <a:xfrm>
            <a:off x="936000" y="2144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5" name="Google Shape;1325;p49"/>
          <p:cNvSpPr/>
          <p:nvPr/>
        </p:nvSpPr>
        <p:spPr>
          <a:xfrm>
            <a:off x="1542960" y="2144520"/>
            <a:ext cx="9511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99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6" name="Google Shape;1326;p49"/>
          <p:cNvSpPr/>
          <p:nvPr/>
        </p:nvSpPr>
        <p:spPr>
          <a:xfrm>
            <a:off x="693000" y="2434680"/>
            <a:ext cx="9511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7" name="Google Shape;1327;p49"/>
          <p:cNvSpPr/>
          <p:nvPr/>
        </p:nvSpPr>
        <p:spPr>
          <a:xfrm>
            <a:off x="1421640" y="24346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8" name="Google Shape;1328;p49"/>
          <p:cNvSpPr/>
          <p:nvPr/>
        </p:nvSpPr>
        <p:spPr>
          <a:xfrm>
            <a:off x="693000" y="2724480"/>
            <a:ext cx="849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9" name="Google Shape;1329;p49"/>
          <p:cNvSpPr/>
          <p:nvPr/>
        </p:nvSpPr>
        <p:spPr>
          <a:xfrm>
            <a:off x="1421640" y="27244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334;p5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1" name="Google Shape;1335;p50" descr="image.png"/>
          <p:cNvPicPr/>
          <p:nvPr/>
        </p:nvPicPr>
        <p:blipFill>
          <a:blip r:embed="rId2"/>
          <a:stretch/>
        </p:blipFill>
        <p:spPr>
          <a:xfrm>
            <a:off x="399960" y="836640"/>
            <a:ext cx="8343720" cy="157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2" name="Google Shape;1336;p50" descr="image.png"/>
          <p:cNvPicPr/>
          <p:nvPr/>
        </p:nvPicPr>
        <p:blipFill>
          <a:blip r:embed="rId3"/>
          <a:stretch/>
        </p:blipFill>
        <p:spPr>
          <a:xfrm>
            <a:off x="399960" y="3022560"/>
            <a:ext cx="411444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3" name="Google Shape;1337;p50" descr="image.png"/>
          <p:cNvPicPr/>
          <p:nvPr/>
        </p:nvPicPr>
        <p:blipFill>
          <a:blip r:embed="rId4"/>
          <a:stretch/>
        </p:blipFill>
        <p:spPr>
          <a:xfrm>
            <a:off x="4629240" y="3022560"/>
            <a:ext cx="411444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4" name="Google Shape;1338;p50" descr="image.png"/>
          <p:cNvPicPr/>
          <p:nvPr/>
        </p:nvPicPr>
        <p:blipFill>
          <a:blip r:embed="rId5"/>
          <a:stretch/>
        </p:blipFill>
        <p:spPr>
          <a:xfrm>
            <a:off x="399960" y="3721680"/>
            <a:ext cx="411444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5" name="Google Shape;1339;p50" descr="image.png"/>
          <p:cNvPicPr/>
          <p:nvPr/>
        </p:nvPicPr>
        <p:blipFill>
          <a:blip r:embed="rId6"/>
          <a:stretch/>
        </p:blipFill>
        <p:spPr>
          <a:xfrm>
            <a:off x="4629240" y="3721680"/>
            <a:ext cx="411444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6" name="Google Shape;1340;p50"/>
          <p:cNvSpPr/>
          <p:nvPr/>
        </p:nvSpPr>
        <p:spPr>
          <a:xfrm>
            <a:off x="2985840" y="2648880"/>
            <a:ext cx="31719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7" name="Google Shape;1341;p50"/>
          <p:cNvSpPr/>
          <p:nvPr/>
        </p:nvSpPr>
        <p:spPr>
          <a:xfrm>
            <a:off x="621360" y="100800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8" name="Google Shape;1342;p50"/>
          <p:cNvSpPr/>
          <p:nvPr/>
        </p:nvSpPr>
        <p:spPr>
          <a:xfrm>
            <a:off x="1121760" y="1008000"/>
            <a:ext cx="5997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9" name="Google Shape;1343;p50"/>
          <p:cNvSpPr/>
          <p:nvPr/>
        </p:nvSpPr>
        <p:spPr>
          <a:xfrm>
            <a:off x="1521720" y="1008000"/>
            <a:ext cx="399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0" name="Google Shape;1344;p50"/>
          <p:cNvSpPr/>
          <p:nvPr/>
        </p:nvSpPr>
        <p:spPr>
          <a:xfrm>
            <a:off x="1921680" y="1008000"/>
            <a:ext cx="648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1" name="Google Shape;1345;p50"/>
          <p:cNvSpPr/>
          <p:nvPr/>
        </p:nvSpPr>
        <p:spPr>
          <a:xfrm>
            <a:off x="621360" y="125676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2" name="Google Shape;1346;p50"/>
          <p:cNvSpPr/>
          <p:nvPr/>
        </p:nvSpPr>
        <p:spPr>
          <a:xfrm>
            <a:off x="1021680" y="125676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3" name="Google Shape;1347;p50"/>
          <p:cNvSpPr/>
          <p:nvPr/>
        </p:nvSpPr>
        <p:spPr>
          <a:xfrm>
            <a:off x="621360" y="150516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4" name="Google Shape;1348;p50"/>
          <p:cNvSpPr/>
          <p:nvPr/>
        </p:nvSpPr>
        <p:spPr>
          <a:xfrm>
            <a:off x="821520" y="150516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5" name="Google Shape;1349;p50"/>
          <p:cNvSpPr/>
          <p:nvPr/>
        </p:nvSpPr>
        <p:spPr>
          <a:xfrm>
            <a:off x="1321560" y="1505160"/>
            <a:ext cx="9781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99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6" name="Google Shape;1350;p50"/>
          <p:cNvSpPr/>
          <p:nvPr/>
        </p:nvSpPr>
        <p:spPr>
          <a:xfrm>
            <a:off x="621360" y="1753920"/>
            <a:ext cx="10998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7" name="Google Shape;1351;p50"/>
          <p:cNvSpPr/>
          <p:nvPr/>
        </p:nvSpPr>
        <p:spPr>
          <a:xfrm>
            <a:off x="1221480" y="175392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8" name="Google Shape;1352;p50"/>
          <p:cNvSpPr/>
          <p:nvPr/>
        </p:nvSpPr>
        <p:spPr>
          <a:xfrm>
            <a:off x="621360" y="2002320"/>
            <a:ext cx="13374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9" name="Google Shape;1353;p50"/>
          <p:cNvSpPr/>
          <p:nvPr/>
        </p:nvSpPr>
        <p:spPr>
          <a:xfrm>
            <a:off x="1221480" y="200232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30" name="Google Shape;1354;p50" descr="image.png"/>
          <p:cNvPicPr/>
          <p:nvPr/>
        </p:nvPicPr>
        <p:blipFill>
          <a:blip r:embed="rId7"/>
          <a:stretch/>
        </p:blipFill>
        <p:spPr>
          <a:xfrm>
            <a:off x="557280" y="316512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1" name="Google Shape;1355;p50"/>
          <p:cNvSpPr/>
          <p:nvPr/>
        </p:nvSpPr>
        <p:spPr>
          <a:xfrm>
            <a:off x="971640" y="3151080"/>
            <a:ext cx="2245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[10, 20, 30]</a:t>
            </a:r>
            <a:br>
              <a:rPr sz="1400"/>
            </a:br>
            <a:r>
              <a:rPr b="1" lang="en" sz="10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 [10, 99, 30]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32" name="Google Shape;1356;p50" descr="image.png"/>
          <p:cNvPicPr/>
          <p:nvPr/>
        </p:nvPicPr>
        <p:blipFill>
          <a:blip r:embed="rId8"/>
          <a:stretch/>
        </p:blipFill>
        <p:spPr>
          <a:xfrm>
            <a:off x="4786200" y="316512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3" name="Google Shape;1357;p50"/>
          <p:cNvSpPr/>
          <p:nvPr/>
        </p:nvSpPr>
        <p:spPr>
          <a:xfrm>
            <a:off x="5200560" y="3151080"/>
            <a:ext cx="22809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[10, 99, 30]</a:t>
            </a:r>
            <a:br>
              <a:rPr sz="1400"/>
            </a:br>
            <a:r>
              <a:rPr b="1" lang="en" sz="10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 [10, 20, 30]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34" name="Google Shape;1358;p50" descr="image.png"/>
          <p:cNvPicPr/>
          <p:nvPr/>
        </p:nvPicPr>
        <p:blipFill>
          <a:blip r:embed="rId9"/>
          <a:stretch/>
        </p:blipFill>
        <p:spPr>
          <a:xfrm>
            <a:off x="557280" y="386424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5" name="Google Shape;1359;p50"/>
          <p:cNvSpPr/>
          <p:nvPr/>
        </p:nvSpPr>
        <p:spPr>
          <a:xfrm>
            <a:off x="971640" y="3850200"/>
            <a:ext cx="23331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[10, 99, 30]</a:t>
            </a:r>
            <a:br>
              <a:rPr sz="1400"/>
            </a:br>
            <a:r>
              <a:rPr b="1" lang="en" sz="10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 [10, 99, 30]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36" name="Google Shape;1360;p50" descr="image.png"/>
          <p:cNvPicPr/>
          <p:nvPr/>
        </p:nvPicPr>
        <p:blipFill>
          <a:blip r:embed="rId10"/>
          <a:stretch/>
        </p:blipFill>
        <p:spPr>
          <a:xfrm>
            <a:off x="4786200" y="386424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7" name="Google Shape;1361;p50"/>
          <p:cNvSpPr/>
          <p:nvPr/>
        </p:nvSpPr>
        <p:spPr>
          <a:xfrm>
            <a:off x="5200560" y="3936960"/>
            <a:ext cx="17143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Error — b is a copy of 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366;p5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9" name="Google Shape;1367;p51" descr="image.png"/>
          <p:cNvPicPr/>
          <p:nvPr/>
        </p:nvPicPr>
        <p:blipFill>
          <a:blip r:embed="rId2"/>
          <a:stretch/>
        </p:blipFill>
        <p:spPr>
          <a:xfrm>
            <a:off x="399960" y="939600"/>
            <a:ext cx="8343720" cy="110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0" name="Google Shape;1368;p51" descr="image.png"/>
          <p:cNvPicPr/>
          <p:nvPr/>
        </p:nvPicPr>
        <p:blipFill>
          <a:blip r:embed="rId3"/>
          <a:stretch/>
        </p:blipFill>
        <p:spPr>
          <a:xfrm>
            <a:off x="399960" y="3641400"/>
            <a:ext cx="8343720" cy="5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1" name="Google Shape;1369;p51" descr="image.png"/>
          <p:cNvPicPr/>
          <p:nvPr/>
        </p:nvPicPr>
        <p:blipFill>
          <a:blip r:embed="rId4"/>
          <a:stretch/>
        </p:blipFill>
        <p:spPr>
          <a:xfrm>
            <a:off x="399960" y="245556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2" name="Google Shape;1370;p51" descr="image.png"/>
          <p:cNvPicPr/>
          <p:nvPr/>
        </p:nvPicPr>
        <p:blipFill>
          <a:blip r:embed="rId5"/>
          <a:stretch/>
        </p:blipFill>
        <p:spPr>
          <a:xfrm>
            <a:off x="4614840" y="245556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3" name="Google Shape;1371;p51" descr="image.png"/>
          <p:cNvPicPr/>
          <p:nvPr/>
        </p:nvPicPr>
        <p:blipFill>
          <a:blip r:embed="rId6"/>
          <a:stretch/>
        </p:blipFill>
        <p:spPr>
          <a:xfrm>
            <a:off x="399960" y="304128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4" name="Google Shape;1372;p51" descr="image.png"/>
          <p:cNvPicPr/>
          <p:nvPr/>
        </p:nvPicPr>
        <p:blipFill>
          <a:blip r:embed="rId7"/>
          <a:stretch/>
        </p:blipFill>
        <p:spPr>
          <a:xfrm>
            <a:off x="4614840" y="304128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Google Shape;1373;p51"/>
          <p:cNvSpPr/>
          <p:nvPr/>
        </p:nvSpPr>
        <p:spPr>
          <a:xfrm>
            <a:off x="3303360" y="2193480"/>
            <a:ext cx="24130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6" name="Google Shape;1374;p51"/>
          <p:cNvSpPr/>
          <p:nvPr/>
        </p:nvSpPr>
        <p:spPr>
          <a:xfrm>
            <a:off x="550080" y="103248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7" name="Google Shape;1375;p51"/>
          <p:cNvSpPr/>
          <p:nvPr/>
        </p:nvSpPr>
        <p:spPr>
          <a:xfrm>
            <a:off x="942840" y="1032480"/>
            <a:ext cx="3927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8" name="Google Shape;1376;p51"/>
          <p:cNvSpPr/>
          <p:nvPr/>
        </p:nvSpPr>
        <p:spPr>
          <a:xfrm>
            <a:off x="1257480" y="1032480"/>
            <a:ext cx="2559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9" name="Google Shape;1377;p51"/>
          <p:cNvSpPr/>
          <p:nvPr/>
        </p:nvSpPr>
        <p:spPr>
          <a:xfrm>
            <a:off x="1571760" y="1032480"/>
            <a:ext cx="5270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0" name="Google Shape;1378;p51"/>
          <p:cNvSpPr/>
          <p:nvPr/>
        </p:nvSpPr>
        <p:spPr>
          <a:xfrm>
            <a:off x="550080" y="121572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1" name="Google Shape;1379;p51"/>
          <p:cNvSpPr/>
          <p:nvPr/>
        </p:nvSpPr>
        <p:spPr>
          <a:xfrm>
            <a:off x="864360" y="121572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2" name="Google Shape;1380;p51"/>
          <p:cNvSpPr/>
          <p:nvPr/>
        </p:nvSpPr>
        <p:spPr>
          <a:xfrm>
            <a:off x="550080" y="139896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3" name="Google Shape;1381;p51"/>
          <p:cNvSpPr/>
          <p:nvPr/>
        </p:nvSpPr>
        <p:spPr>
          <a:xfrm>
            <a:off x="707400" y="139896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4" name="Google Shape;1382;p51"/>
          <p:cNvSpPr/>
          <p:nvPr/>
        </p:nvSpPr>
        <p:spPr>
          <a:xfrm>
            <a:off x="1100160" y="1398960"/>
            <a:ext cx="3927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99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5" name="Google Shape;1383;p51"/>
          <p:cNvSpPr/>
          <p:nvPr/>
        </p:nvSpPr>
        <p:spPr>
          <a:xfrm>
            <a:off x="550080" y="1582200"/>
            <a:ext cx="5270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6" name="Google Shape;1384;p51"/>
          <p:cNvSpPr/>
          <p:nvPr/>
        </p:nvSpPr>
        <p:spPr>
          <a:xfrm>
            <a:off x="1021680" y="158220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7" name="Google Shape;1385;p51"/>
          <p:cNvSpPr/>
          <p:nvPr/>
        </p:nvSpPr>
        <p:spPr>
          <a:xfrm>
            <a:off x="550080" y="1765440"/>
            <a:ext cx="70668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8" name="Google Shape;1386;p51"/>
          <p:cNvSpPr/>
          <p:nvPr/>
        </p:nvSpPr>
        <p:spPr>
          <a:xfrm>
            <a:off x="1021680" y="1765440"/>
            <a:ext cx="781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b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9" name="Google Shape;1387;p51"/>
          <p:cNvSpPr/>
          <p:nvPr/>
        </p:nvSpPr>
        <p:spPr>
          <a:xfrm>
            <a:off x="542880" y="3741480"/>
            <a:ext cx="8057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15803d"/>
                </a:solidFill>
                <a:uFillTx/>
                <a:latin typeface="JetBrains Mono ExtraBold"/>
                <a:ea typeface="JetBrains Mono ExtraBold"/>
              </a:rPr>
              <a:t>Correct answer: C. [10, 99, 30] / [10, 99, 30]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0" name="Google Shape;1388;p51"/>
          <p:cNvSpPr/>
          <p:nvPr/>
        </p:nvSpPr>
        <p:spPr>
          <a:xfrm>
            <a:off x="542880" y="3948840"/>
            <a:ext cx="80578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66534"/>
                </a:solidFill>
                <a:uFillTx/>
                <a:latin typeface="Plus Jakarta Sans SemiBold"/>
                <a:ea typeface="Plus Jakarta Sans SemiBold"/>
              </a:rPr>
              <a:t>b = a makes both variables refer to the same list. Changing the list through b also changes what a refers to.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1" name="Google Shape;1389;p51" descr="image.png"/>
          <p:cNvPicPr/>
          <p:nvPr/>
        </p:nvPicPr>
        <p:blipFill>
          <a:blip r:embed="rId8"/>
          <a:stretch/>
        </p:blipFill>
        <p:spPr>
          <a:xfrm>
            <a:off x="528480" y="255564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2" name="Google Shape;1390;p51"/>
          <p:cNvSpPr/>
          <p:nvPr/>
        </p:nvSpPr>
        <p:spPr>
          <a:xfrm>
            <a:off x="942840" y="2561040"/>
            <a:ext cx="27723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[10, 20, 30]</a:t>
            </a:r>
            <a:br>
              <a:rPr sz="1400"/>
            </a:br>
            <a:r>
              <a:rPr b="1" lang="en" sz="8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 [10, 99, 30]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3" name="Google Shape;1391;p51" descr="image.png"/>
          <p:cNvPicPr/>
          <p:nvPr/>
        </p:nvPicPr>
        <p:blipFill>
          <a:blip r:embed="rId9"/>
          <a:stretch/>
        </p:blipFill>
        <p:spPr>
          <a:xfrm>
            <a:off x="4743360" y="255564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4" name="Google Shape;1392;p51"/>
          <p:cNvSpPr/>
          <p:nvPr/>
        </p:nvSpPr>
        <p:spPr>
          <a:xfrm>
            <a:off x="5157720" y="2561040"/>
            <a:ext cx="164232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[10, 99, 30]</a:t>
            </a:r>
            <a:br>
              <a:rPr sz="1400"/>
            </a:br>
            <a:r>
              <a:rPr b="1" lang="en" sz="8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 [10, 20, 30]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5" name="Google Shape;1393;p51" descr="image.png"/>
          <p:cNvPicPr/>
          <p:nvPr/>
        </p:nvPicPr>
        <p:blipFill>
          <a:blip r:embed="rId10"/>
          <a:stretch/>
        </p:blipFill>
        <p:spPr>
          <a:xfrm>
            <a:off x="528480" y="314136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6" name="Google Shape;1394;p51"/>
          <p:cNvSpPr/>
          <p:nvPr/>
        </p:nvSpPr>
        <p:spPr>
          <a:xfrm>
            <a:off x="942840" y="3146760"/>
            <a:ext cx="20818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4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[10, 99, 30]</a:t>
            </a:r>
            <a:br>
              <a:rPr sz="1400"/>
            </a:br>
            <a:r>
              <a:rPr b="0" lang="en" sz="8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 [10, 99, 30]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7" name="Google Shape;1395;p51" descr="image.png"/>
          <p:cNvPicPr/>
          <p:nvPr/>
        </p:nvPicPr>
        <p:blipFill>
          <a:blip r:embed="rId11"/>
          <a:stretch/>
        </p:blipFill>
        <p:spPr>
          <a:xfrm>
            <a:off x="4743360" y="314136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Google Shape;1396;p51"/>
          <p:cNvSpPr/>
          <p:nvPr/>
        </p:nvSpPr>
        <p:spPr>
          <a:xfrm>
            <a:off x="5157720" y="3223800"/>
            <a:ext cx="13712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4000"/>
              </a:lnSpc>
              <a:tabLst>
                <a:tab algn="l" pos="0"/>
              </a:tabLst>
            </a:pPr>
            <a:r>
              <a:rPr b="1" lang="en" sz="800" strike="noStrike" u="none">
                <a:solidFill>
                  <a:srgbClr val="dc2626"/>
                </a:solidFill>
                <a:uFillTx/>
                <a:latin typeface="JetBrains Mono"/>
                <a:ea typeface="JetBrains Mono"/>
              </a:rPr>
              <a:t>Error — b is a copy of a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9" name="Google Shape;1401;p52" descr="image.png"/>
          <p:cNvPicPr/>
          <p:nvPr/>
        </p:nvPicPr>
        <p:blipFill>
          <a:blip r:embed="rId1"/>
          <a:stretch/>
        </p:blipFill>
        <p:spPr>
          <a:xfrm>
            <a:off x="-7200" y="-57960"/>
            <a:ext cx="9143640" cy="525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0" name="Google Shape;1402;p52"/>
          <p:cNvSpPr/>
          <p:nvPr/>
        </p:nvSpPr>
        <p:spPr>
          <a:xfrm>
            <a:off x="257040" y="657360"/>
            <a:ext cx="8629200" cy="2542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171" name="Google Shape;1403;p52"/>
          <p:cNvGraphicFramePr/>
          <p:nvPr/>
        </p:nvGraphicFramePr>
        <p:xfrm>
          <a:off x="257040" y="657360"/>
          <a:ext cx="8614800" cy="254268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712160"/>
                <a:gridCol w="1713960"/>
                <a:gridCol w="1714680"/>
                <a:gridCol w="1716120"/>
                <a:gridCol w="1757520"/>
              </a:tblGrid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OPERATION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1d4ed8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1d4ed8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LIST [ 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766e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0f766e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TUPLE ( 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b4530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b4530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SET { }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6d28d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6d28d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DICTIONARY { }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01 Access / Indexing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lst[0]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t[0]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No Index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d[key] (Key-based)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02 Slicing [start:stop]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lst[1:4]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t[1:4]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Unsupported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Unsupported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03 Concatenation (+)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[1] + [2]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(1,) + (2,)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Use union()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Use update()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04 Repetition (*)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[1, 2] * 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(1, 2) * 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Unsupported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Unsupported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05 Membership (in)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x in lst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x in 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x in s (O(1))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key in d (Checks Keys)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175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06 Iteration (for x in)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Sequence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Sequence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Unique Items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Keys / .items()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1788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07 Length len()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Item count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Item count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Unique count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Pair count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172" name="Google Shape;1404;p52"/>
          <p:cNvSpPr/>
          <p:nvPr/>
        </p:nvSpPr>
        <p:spPr>
          <a:xfrm>
            <a:off x="257040" y="289440"/>
            <a:ext cx="434268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PYTHON DATA STRUCTURE OPERATIONS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3" name="Google Shape;1405;p52"/>
          <p:cNvSpPr/>
          <p:nvPr/>
        </p:nvSpPr>
        <p:spPr>
          <a:xfrm>
            <a:off x="264240" y="936000"/>
            <a:ext cx="171216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4" name="Google Shape;1406;p52"/>
          <p:cNvSpPr/>
          <p:nvPr/>
        </p:nvSpPr>
        <p:spPr>
          <a:xfrm>
            <a:off x="1976760" y="936000"/>
            <a:ext cx="171360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5" name="Google Shape;1407;p52"/>
          <p:cNvSpPr/>
          <p:nvPr/>
        </p:nvSpPr>
        <p:spPr>
          <a:xfrm>
            <a:off x="3690720" y="936000"/>
            <a:ext cx="171432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6" name="Google Shape;1408;p52"/>
          <p:cNvSpPr/>
          <p:nvPr/>
        </p:nvSpPr>
        <p:spPr>
          <a:xfrm>
            <a:off x="5405760" y="936000"/>
            <a:ext cx="171612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7" name="Google Shape;1409;p52"/>
          <p:cNvSpPr/>
          <p:nvPr/>
        </p:nvSpPr>
        <p:spPr>
          <a:xfrm>
            <a:off x="7122240" y="936000"/>
            <a:ext cx="175716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78" name="Google Shape;1410;p52" descr="image.png"/>
          <p:cNvPicPr/>
          <p:nvPr/>
        </p:nvPicPr>
        <p:blipFill>
          <a:blip r:embed="rId2"/>
          <a:stretch/>
        </p:blipFill>
        <p:spPr>
          <a:xfrm>
            <a:off x="257040" y="4186080"/>
            <a:ext cx="2092680" cy="7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9" name="Google Shape;1411;p52" descr="image.png"/>
          <p:cNvPicPr/>
          <p:nvPr/>
        </p:nvPicPr>
        <p:blipFill>
          <a:blip r:embed="rId3"/>
          <a:stretch/>
        </p:blipFill>
        <p:spPr>
          <a:xfrm>
            <a:off x="2436120" y="4186080"/>
            <a:ext cx="2092680" cy="7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0" name="Google Shape;1412;p52" descr="image.png"/>
          <p:cNvPicPr/>
          <p:nvPr/>
        </p:nvPicPr>
        <p:blipFill>
          <a:blip r:embed="rId4"/>
          <a:stretch/>
        </p:blipFill>
        <p:spPr>
          <a:xfrm>
            <a:off x="4614840" y="4186080"/>
            <a:ext cx="2092680" cy="7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1" name="Google Shape;1413;p52" descr="image.png"/>
          <p:cNvPicPr/>
          <p:nvPr/>
        </p:nvPicPr>
        <p:blipFill>
          <a:blip r:embed="rId5"/>
          <a:stretch/>
        </p:blipFill>
        <p:spPr>
          <a:xfrm>
            <a:off x="6793560" y="4186080"/>
            <a:ext cx="2092680" cy="7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2" name="Google Shape;1414;p52"/>
          <p:cNvSpPr/>
          <p:nvPr/>
        </p:nvSpPr>
        <p:spPr>
          <a:xfrm>
            <a:off x="264240" y="1264320"/>
            <a:ext cx="1712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3" name="Google Shape;1415;p52"/>
          <p:cNvSpPr/>
          <p:nvPr/>
        </p:nvSpPr>
        <p:spPr>
          <a:xfrm>
            <a:off x="1976760" y="1264320"/>
            <a:ext cx="1713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4" name="Google Shape;1416;p52"/>
          <p:cNvSpPr/>
          <p:nvPr/>
        </p:nvSpPr>
        <p:spPr>
          <a:xfrm>
            <a:off x="3690720" y="1264320"/>
            <a:ext cx="17143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5" name="Google Shape;1417;p52"/>
          <p:cNvSpPr/>
          <p:nvPr/>
        </p:nvSpPr>
        <p:spPr>
          <a:xfrm>
            <a:off x="5405760" y="1264320"/>
            <a:ext cx="1716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6" name="Google Shape;1418;p52"/>
          <p:cNvSpPr/>
          <p:nvPr/>
        </p:nvSpPr>
        <p:spPr>
          <a:xfrm>
            <a:off x="7122240" y="1264320"/>
            <a:ext cx="1757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7" name="Google Shape;1419;p52"/>
          <p:cNvSpPr/>
          <p:nvPr/>
        </p:nvSpPr>
        <p:spPr>
          <a:xfrm>
            <a:off x="264240" y="1585800"/>
            <a:ext cx="1712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8" name="Google Shape;1420;p52"/>
          <p:cNvSpPr/>
          <p:nvPr/>
        </p:nvSpPr>
        <p:spPr>
          <a:xfrm>
            <a:off x="1976760" y="1585800"/>
            <a:ext cx="1713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9" name="Google Shape;1421;p52"/>
          <p:cNvSpPr/>
          <p:nvPr/>
        </p:nvSpPr>
        <p:spPr>
          <a:xfrm>
            <a:off x="3690720" y="1585800"/>
            <a:ext cx="17143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0" name="Google Shape;1422;p52"/>
          <p:cNvSpPr/>
          <p:nvPr/>
        </p:nvSpPr>
        <p:spPr>
          <a:xfrm>
            <a:off x="5405760" y="1585800"/>
            <a:ext cx="1716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1" name="Google Shape;1423;p52"/>
          <p:cNvSpPr/>
          <p:nvPr/>
        </p:nvSpPr>
        <p:spPr>
          <a:xfrm>
            <a:off x="7122240" y="1585800"/>
            <a:ext cx="1757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2" name="Google Shape;1424;p52"/>
          <p:cNvSpPr/>
          <p:nvPr/>
        </p:nvSpPr>
        <p:spPr>
          <a:xfrm>
            <a:off x="264240" y="1907280"/>
            <a:ext cx="1712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3" name="Google Shape;1425;p52"/>
          <p:cNvSpPr/>
          <p:nvPr/>
        </p:nvSpPr>
        <p:spPr>
          <a:xfrm>
            <a:off x="1976760" y="1907280"/>
            <a:ext cx="1713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4" name="Google Shape;1426;p52"/>
          <p:cNvSpPr/>
          <p:nvPr/>
        </p:nvSpPr>
        <p:spPr>
          <a:xfrm>
            <a:off x="3690720" y="1907280"/>
            <a:ext cx="17143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5" name="Google Shape;1427;p52"/>
          <p:cNvSpPr/>
          <p:nvPr/>
        </p:nvSpPr>
        <p:spPr>
          <a:xfrm>
            <a:off x="5405760" y="1907280"/>
            <a:ext cx="1716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6" name="Google Shape;1428;p52"/>
          <p:cNvSpPr/>
          <p:nvPr/>
        </p:nvSpPr>
        <p:spPr>
          <a:xfrm>
            <a:off x="7122240" y="1907280"/>
            <a:ext cx="1757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7" name="Google Shape;1429;p52"/>
          <p:cNvSpPr/>
          <p:nvPr/>
        </p:nvSpPr>
        <p:spPr>
          <a:xfrm>
            <a:off x="264240" y="2228760"/>
            <a:ext cx="1712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8" name="Google Shape;1430;p52"/>
          <p:cNvSpPr/>
          <p:nvPr/>
        </p:nvSpPr>
        <p:spPr>
          <a:xfrm>
            <a:off x="1976760" y="2228760"/>
            <a:ext cx="1713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9" name="Google Shape;1431;p52"/>
          <p:cNvSpPr/>
          <p:nvPr/>
        </p:nvSpPr>
        <p:spPr>
          <a:xfrm>
            <a:off x="3690720" y="2228760"/>
            <a:ext cx="17143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0" name="Google Shape;1432;p52"/>
          <p:cNvSpPr/>
          <p:nvPr/>
        </p:nvSpPr>
        <p:spPr>
          <a:xfrm>
            <a:off x="5405760" y="2228760"/>
            <a:ext cx="1716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1" name="Google Shape;1433;p52"/>
          <p:cNvSpPr/>
          <p:nvPr/>
        </p:nvSpPr>
        <p:spPr>
          <a:xfrm>
            <a:off x="7122240" y="2228760"/>
            <a:ext cx="1757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2" name="Google Shape;1434;p52"/>
          <p:cNvSpPr/>
          <p:nvPr/>
        </p:nvSpPr>
        <p:spPr>
          <a:xfrm>
            <a:off x="264240" y="2550240"/>
            <a:ext cx="1712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3" name="Google Shape;1435;p52"/>
          <p:cNvSpPr/>
          <p:nvPr/>
        </p:nvSpPr>
        <p:spPr>
          <a:xfrm>
            <a:off x="1976760" y="2550240"/>
            <a:ext cx="1713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4" name="Google Shape;1436;p52"/>
          <p:cNvSpPr/>
          <p:nvPr/>
        </p:nvSpPr>
        <p:spPr>
          <a:xfrm>
            <a:off x="3690720" y="2550240"/>
            <a:ext cx="17143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5" name="Google Shape;1437;p52"/>
          <p:cNvSpPr/>
          <p:nvPr/>
        </p:nvSpPr>
        <p:spPr>
          <a:xfrm>
            <a:off x="5405760" y="2550240"/>
            <a:ext cx="1716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6" name="Google Shape;1438;p52"/>
          <p:cNvSpPr/>
          <p:nvPr/>
        </p:nvSpPr>
        <p:spPr>
          <a:xfrm>
            <a:off x="7122240" y="2550240"/>
            <a:ext cx="1757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7" name="Google Shape;1439;p52"/>
          <p:cNvSpPr/>
          <p:nvPr/>
        </p:nvSpPr>
        <p:spPr>
          <a:xfrm>
            <a:off x="264240" y="2871720"/>
            <a:ext cx="1712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8" name="Google Shape;1440;p52"/>
          <p:cNvSpPr/>
          <p:nvPr/>
        </p:nvSpPr>
        <p:spPr>
          <a:xfrm>
            <a:off x="1976760" y="2871720"/>
            <a:ext cx="17136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9" name="Google Shape;1441;p52"/>
          <p:cNvSpPr/>
          <p:nvPr/>
        </p:nvSpPr>
        <p:spPr>
          <a:xfrm>
            <a:off x="3690720" y="2871720"/>
            <a:ext cx="17143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0" name="Google Shape;1442;p52"/>
          <p:cNvSpPr/>
          <p:nvPr/>
        </p:nvSpPr>
        <p:spPr>
          <a:xfrm>
            <a:off x="5405760" y="2871720"/>
            <a:ext cx="171612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1" name="Google Shape;1443;p52"/>
          <p:cNvSpPr/>
          <p:nvPr/>
        </p:nvSpPr>
        <p:spPr>
          <a:xfrm>
            <a:off x="7122240" y="2871720"/>
            <a:ext cx="175716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2" name="Google Shape;1444;p52"/>
          <p:cNvSpPr/>
          <p:nvPr/>
        </p:nvSpPr>
        <p:spPr>
          <a:xfrm>
            <a:off x="500040" y="4278960"/>
            <a:ext cx="17571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SEQUENCE OPS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3" name="Google Shape;1445;p52"/>
          <p:cNvSpPr/>
          <p:nvPr/>
        </p:nvSpPr>
        <p:spPr>
          <a:xfrm>
            <a:off x="349920" y="4530960"/>
            <a:ext cx="1906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Positional indexing, slicing, concatenation (+), and repetition (*). Supported by 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ExtraBold"/>
                <a:ea typeface="Plus Jakarta Sans ExtraBold"/>
              </a:rPr>
              <a:t>Lists &amp; Tuples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4" name="Google Shape;1446;p52"/>
          <p:cNvSpPr/>
          <p:nvPr/>
        </p:nvSpPr>
        <p:spPr>
          <a:xfrm>
            <a:off x="2671920" y="4278960"/>
            <a:ext cx="17640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COMMON OPS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5" name="Google Shape;1447;p52"/>
          <p:cNvSpPr/>
          <p:nvPr/>
        </p:nvSpPr>
        <p:spPr>
          <a:xfrm>
            <a:off x="2529000" y="4464000"/>
            <a:ext cx="1906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Membership (in), loop iteration, and length (len()) work on 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ExtraBold"/>
                <a:ea typeface="Plus Jakarta Sans ExtraBold"/>
              </a:rPr>
              <a:t>ALL four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 structures.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6" name="Google Shape;1448;p52"/>
          <p:cNvSpPr/>
          <p:nvPr/>
        </p:nvSpPr>
        <p:spPr>
          <a:xfrm>
            <a:off x="4857840" y="4278960"/>
            <a:ext cx="17571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SET-SPECIFIC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7" name="Google Shape;1449;p52"/>
          <p:cNvSpPr/>
          <p:nvPr/>
        </p:nvSpPr>
        <p:spPr>
          <a:xfrm>
            <a:off x="4707720" y="4430520"/>
            <a:ext cx="190692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Mathematical set algebra: Union (|), Intersection (&amp;), Difference (-), and Sym. Diff (^).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8" name="Google Shape;1450;p52"/>
          <p:cNvSpPr/>
          <p:nvPr/>
        </p:nvSpPr>
        <p:spPr>
          <a:xfrm>
            <a:off x="7029360" y="4278960"/>
            <a:ext cx="17640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DICT-SPECIFIC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9" name="Google Shape;1451;p52"/>
          <p:cNvSpPr/>
          <p:nvPr/>
        </p:nvSpPr>
        <p:spPr>
          <a:xfrm>
            <a:off x="6886440" y="4579920"/>
            <a:ext cx="1906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Key-based retrieval (d[k]), safe lookups (get()), and pair iteration (.items()).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0" name="Google Shape;1452;p52" descr="image.png"/>
          <p:cNvPicPr/>
          <p:nvPr/>
        </p:nvPicPr>
        <p:blipFill>
          <a:blip r:embed="rId6"/>
          <a:stretch/>
        </p:blipFill>
        <p:spPr>
          <a:xfrm>
            <a:off x="349920" y="4291560"/>
            <a:ext cx="1069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1" name="Google Shape;1453;p52" descr="image.png"/>
          <p:cNvPicPr/>
          <p:nvPr/>
        </p:nvPicPr>
        <p:blipFill>
          <a:blip r:embed="rId7"/>
          <a:stretch/>
        </p:blipFill>
        <p:spPr>
          <a:xfrm>
            <a:off x="2529000" y="4291560"/>
            <a:ext cx="997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2" name="Google Shape;1454;p52" descr="image.png"/>
          <p:cNvPicPr/>
          <p:nvPr/>
        </p:nvPicPr>
        <p:blipFill>
          <a:blip r:embed="rId8"/>
          <a:stretch/>
        </p:blipFill>
        <p:spPr>
          <a:xfrm>
            <a:off x="4707720" y="4291560"/>
            <a:ext cx="1069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3" name="Google Shape;1455;p52" descr="image.png"/>
          <p:cNvPicPr/>
          <p:nvPr/>
        </p:nvPicPr>
        <p:blipFill>
          <a:blip r:embed="rId9"/>
          <a:stretch/>
        </p:blipFill>
        <p:spPr>
          <a:xfrm>
            <a:off x="6886440" y="4291560"/>
            <a:ext cx="997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4" name="Google Shape;1456;p52" descr="image.png"/>
          <p:cNvPicPr/>
          <p:nvPr/>
        </p:nvPicPr>
        <p:blipFill>
          <a:blip r:embed="rId10"/>
          <a:stretch/>
        </p:blipFill>
        <p:spPr>
          <a:xfrm>
            <a:off x="2512440" y="1014480"/>
            <a:ext cx="6426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5" name="Google Shape;1457;p52" descr="image.png"/>
          <p:cNvPicPr/>
          <p:nvPr/>
        </p:nvPicPr>
        <p:blipFill>
          <a:blip r:embed="rId11"/>
          <a:stretch/>
        </p:blipFill>
        <p:spPr>
          <a:xfrm>
            <a:off x="4284000" y="1014480"/>
            <a:ext cx="5281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6" name="Google Shape;1458;p52" descr="image.png"/>
          <p:cNvPicPr/>
          <p:nvPr/>
        </p:nvPicPr>
        <p:blipFill>
          <a:blip r:embed="rId12"/>
          <a:stretch/>
        </p:blipFill>
        <p:spPr>
          <a:xfrm>
            <a:off x="5899680" y="1014480"/>
            <a:ext cx="72828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7" name="Google Shape;1459;p52" descr="image.png"/>
          <p:cNvPicPr/>
          <p:nvPr/>
        </p:nvPicPr>
        <p:blipFill>
          <a:blip r:embed="rId13"/>
          <a:stretch/>
        </p:blipFill>
        <p:spPr>
          <a:xfrm>
            <a:off x="7336440" y="1014480"/>
            <a:ext cx="13284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8" name="Google Shape;1460;p52" descr="image.png"/>
          <p:cNvPicPr/>
          <p:nvPr/>
        </p:nvPicPr>
        <p:blipFill>
          <a:blip r:embed="rId14"/>
          <a:stretch/>
        </p:blipFill>
        <p:spPr>
          <a:xfrm>
            <a:off x="2455200" y="1335960"/>
            <a:ext cx="7567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9" name="Google Shape;1461;p52" descr="image.png"/>
          <p:cNvPicPr/>
          <p:nvPr/>
        </p:nvPicPr>
        <p:blipFill>
          <a:blip r:embed="rId15"/>
          <a:stretch/>
        </p:blipFill>
        <p:spPr>
          <a:xfrm>
            <a:off x="4226760" y="1335960"/>
            <a:ext cx="6426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0" name="Google Shape;1462;p52" descr="image.png"/>
          <p:cNvPicPr/>
          <p:nvPr/>
        </p:nvPicPr>
        <p:blipFill>
          <a:blip r:embed="rId16"/>
          <a:stretch/>
        </p:blipFill>
        <p:spPr>
          <a:xfrm>
            <a:off x="5813640" y="1335960"/>
            <a:ext cx="8996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1" name="Google Shape;1463;p52" descr="image.png"/>
          <p:cNvPicPr/>
          <p:nvPr/>
        </p:nvPicPr>
        <p:blipFill>
          <a:blip r:embed="rId17"/>
          <a:stretch/>
        </p:blipFill>
        <p:spPr>
          <a:xfrm>
            <a:off x="7551000" y="1335960"/>
            <a:ext cx="8996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2" name="Google Shape;1464;p52" descr="image.png"/>
          <p:cNvPicPr/>
          <p:nvPr/>
        </p:nvPicPr>
        <p:blipFill>
          <a:blip r:embed="rId18"/>
          <a:stretch/>
        </p:blipFill>
        <p:spPr>
          <a:xfrm>
            <a:off x="2426760" y="1657440"/>
            <a:ext cx="81396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3" name="Google Shape;1465;p52" descr="image.png"/>
          <p:cNvPicPr/>
          <p:nvPr/>
        </p:nvPicPr>
        <p:blipFill>
          <a:blip r:embed="rId19"/>
          <a:stretch/>
        </p:blipFill>
        <p:spPr>
          <a:xfrm>
            <a:off x="4083840" y="1657440"/>
            <a:ext cx="9284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4" name="Google Shape;1466;p52" descr="image.png"/>
          <p:cNvPicPr/>
          <p:nvPr/>
        </p:nvPicPr>
        <p:blipFill>
          <a:blip r:embed="rId20"/>
          <a:stretch/>
        </p:blipFill>
        <p:spPr>
          <a:xfrm>
            <a:off x="5813640" y="1657440"/>
            <a:ext cx="8996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5" name="Google Shape;1467;p52" descr="image.png"/>
          <p:cNvPicPr/>
          <p:nvPr/>
        </p:nvPicPr>
        <p:blipFill>
          <a:blip r:embed="rId21"/>
          <a:stretch/>
        </p:blipFill>
        <p:spPr>
          <a:xfrm>
            <a:off x="7522200" y="1657440"/>
            <a:ext cx="95688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6" name="Google Shape;1468;p52" descr="image.png"/>
          <p:cNvPicPr/>
          <p:nvPr/>
        </p:nvPicPr>
        <p:blipFill>
          <a:blip r:embed="rId22"/>
          <a:stretch/>
        </p:blipFill>
        <p:spPr>
          <a:xfrm>
            <a:off x="2397960" y="1978920"/>
            <a:ext cx="8712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7" name="Google Shape;1469;p52" descr="image.png"/>
          <p:cNvPicPr/>
          <p:nvPr/>
        </p:nvPicPr>
        <p:blipFill>
          <a:blip r:embed="rId23"/>
          <a:stretch/>
        </p:blipFill>
        <p:spPr>
          <a:xfrm>
            <a:off x="4112280" y="1978920"/>
            <a:ext cx="8712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8" name="Google Shape;1470;p52" descr="image.png"/>
          <p:cNvPicPr/>
          <p:nvPr/>
        </p:nvPicPr>
        <p:blipFill>
          <a:blip r:embed="rId24"/>
          <a:stretch/>
        </p:blipFill>
        <p:spPr>
          <a:xfrm>
            <a:off x="5813640" y="1978920"/>
            <a:ext cx="8996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9" name="Google Shape;1471;p52" descr="image.png"/>
          <p:cNvPicPr/>
          <p:nvPr/>
        </p:nvPicPr>
        <p:blipFill>
          <a:blip r:embed="rId25"/>
          <a:stretch/>
        </p:blipFill>
        <p:spPr>
          <a:xfrm>
            <a:off x="7551000" y="1978920"/>
            <a:ext cx="8996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0" name="Google Shape;1472;p52" descr="image.png"/>
          <p:cNvPicPr/>
          <p:nvPr/>
        </p:nvPicPr>
        <p:blipFill>
          <a:blip r:embed="rId26"/>
          <a:stretch/>
        </p:blipFill>
        <p:spPr>
          <a:xfrm>
            <a:off x="2455200" y="2300400"/>
            <a:ext cx="7567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1" name="Google Shape;1473;p52" descr="image.png"/>
          <p:cNvPicPr/>
          <p:nvPr/>
        </p:nvPicPr>
        <p:blipFill>
          <a:blip r:embed="rId27"/>
          <a:stretch/>
        </p:blipFill>
        <p:spPr>
          <a:xfrm>
            <a:off x="4226760" y="2300400"/>
            <a:ext cx="6426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2" name="Google Shape;1474;p52" descr="image.png"/>
          <p:cNvPicPr/>
          <p:nvPr/>
        </p:nvPicPr>
        <p:blipFill>
          <a:blip r:embed="rId28"/>
          <a:stretch/>
        </p:blipFill>
        <p:spPr>
          <a:xfrm>
            <a:off x="5742360" y="2300400"/>
            <a:ext cx="104256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3" name="Google Shape;1475;p52" descr="image.png"/>
          <p:cNvPicPr/>
          <p:nvPr/>
        </p:nvPicPr>
        <p:blipFill>
          <a:blip r:embed="rId29"/>
          <a:stretch/>
        </p:blipFill>
        <p:spPr>
          <a:xfrm>
            <a:off x="7222320" y="2300400"/>
            <a:ext cx="15570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4" name="Google Shape;1476;p52" descr="image.png"/>
          <p:cNvPicPr/>
          <p:nvPr/>
        </p:nvPicPr>
        <p:blipFill>
          <a:blip r:embed="rId30"/>
          <a:stretch/>
        </p:blipFill>
        <p:spPr>
          <a:xfrm>
            <a:off x="2455200" y="2621880"/>
            <a:ext cx="7567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5" name="Google Shape;1477;p52" descr="image.png"/>
          <p:cNvPicPr/>
          <p:nvPr/>
        </p:nvPicPr>
        <p:blipFill>
          <a:blip r:embed="rId31"/>
          <a:stretch/>
        </p:blipFill>
        <p:spPr>
          <a:xfrm>
            <a:off x="4169520" y="2621880"/>
            <a:ext cx="7567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6" name="Google Shape;1478;p52" descr="image.png"/>
          <p:cNvPicPr/>
          <p:nvPr/>
        </p:nvPicPr>
        <p:blipFill>
          <a:blip r:embed="rId32"/>
          <a:stretch/>
        </p:blipFill>
        <p:spPr>
          <a:xfrm>
            <a:off x="5770800" y="2621880"/>
            <a:ext cx="9853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7" name="Google Shape;1479;p52" descr="image.png"/>
          <p:cNvPicPr/>
          <p:nvPr/>
        </p:nvPicPr>
        <p:blipFill>
          <a:blip r:embed="rId33"/>
          <a:stretch/>
        </p:blipFill>
        <p:spPr>
          <a:xfrm>
            <a:off x="7422120" y="2621880"/>
            <a:ext cx="115704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8" name="Google Shape;1480;p52" descr="image.png"/>
          <p:cNvPicPr/>
          <p:nvPr/>
        </p:nvPicPr>
        <p:blipFill>
          <a:blip r:embed="rId34"/>
          <a:stretch/>
        </p:blipFill>
        <p:spPr>
          <a:xfrm>
            <a:off x="2397960" y="2943360"/>
            <a:ext cx="8712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9" name="Google Shape;1481;p52" descr="image.png"/>
          <p:cNvPicPr/>
          <p:nvPr/>
        </p:nvPicPr>
        <p:blipFill>
          <a:blip r:embed="rId35"/>
          <a:stretch/>
        </p:blipFill>
        <p:spPr>
          <a:xfrm>
            <a:off x="4112280" y="2943360"/>
            <a:ext cx="8712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0" name="Google Shape;1482;p52" descr="image.png"/>
          <p:cNvPicPr/>
          <p:nvPr/>
        </p:nvPicPr>
        <p:blipFill>
          <a:blip r:embed="rId36"/>
          <a:stretch/>
        </p:blipFill>
        <p:spPr>
          <a:xfrm>
            <a:off x="5770800" y="2943360"/>
            <a:ext cx="98532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1" name="Google Shape;1483;p52" descr="image.png"/>
          <p:cNvPicPr/>
          <p:nvPr/>
        </p:nvPicPr>
        <p:blipFill>
          <a:blip r:embed="rId37"/>
          <a:stretch/>
        </p:blipFill>
        <p:spPr>
          <a:xfrm>
            <a:off x="7565040" y="2943360"/>
            <a:ext cx="871200" cy="1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488;p53" descr="image.png"/>
          <p:cNvPicPr/>
          <p:nvPr/>
        </p:nvPicPr>
        <p:blipFill>
          <a:blip r:embed="rId1"/>
          <a:stretch/>
        </p:blipFill>
        <p:spPr>
          <a:xfrm>
            <a:off x="18000" y="572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3" name="Google Shape;1489;p53" descr="image.png"/>
          <p:cNvPicPr/>
          <p:nvPr/>
        </p:nvPicPr>
        <p:blipFill>
          <a:blip r:embed="rId2"/>
          <a:stretch/>
        </p:blipFill>
        <p:spPr>
          <a:xfrm>
            <a:off x="257040" y="4614840"/>
            <a:ext cx="862920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4" name="Google Shape;1490;p53" descr="image.png"/>
          <p:cNvPicPr/>
          <p:nvPr/>
        </p:nvPicPr>
        <p:blipFill>
          <a:blip r:embed="rId3"/>
          <a:stretch/>
        </p:blipFill>
        <p:spPr>
          <a:xfrm>
            <a:off x="257040" y="657360"/>
            <a:ext cx="2092680" cy="37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5" name="Google Shape;1491;p53" descr="image.png"/>
          <p:cNvPicPr/>
          <p:nvPr/>
        </p:nvPicPr>
        <p:blipFill>
          <a:blip r:embed="rId4"/>
          <a:stretch/>
        </p:blipFill>
        <p:spPr>
          <a:xfrm>
            <a:off x="2436120" y="657360"/>
            <a:ext cx="2092680" cy="37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6" name="Google Shape;1492;p53" descr="image.png"/>
          <p:cNvPicPr/>
          <p:nvPr/>
        </p:nvPicPr>
        <p:blipFill>
          <a:blip r:embed="rId5"/>
          <a:stretch/>
        </p:blipFill>
        <p:spPr>
          <a:xfrm>
            <a:off x="4614840" y="657360"/>
            <a:ext cx="2092680" cy="37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7" name="Google Shape;1493;p53" descr="image.png"/>
          <p:cNvPicPr/>
          <p:nvPr/>
        </p:nvPicPr>
        <p:blipFill>
          <a:blip r:embed="rId6"/>
          <a:stretch/>
        </p:blipFill>
        <p:spPr>
          <a:xfrm>
            <a:off x="6793560" y="657360"/>
            <a:ext cx="2092680" cy="37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8" name="Google Shape;1494;p53" descr="image.png"/>
          <p:cNvPicPr/>
          <p:nvPr/>
        </p:nvPicPr>
        <p:blipFill>
          <a:blip r:embed="rId7"/>
          <a:stretch/>
        </p:blipFill>
        <p:spPr>
          <a:xfrm>
            <a:off x="364320" y="17215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9" name="Google Shape;1495;p53" descr="image.png"/>
          <p:cNvPicPr/>
          <p:nvPr/>
        </p:nvPicPr>
        <p:blipFill>
          <a:blip r:embed="rId8"/>
          <a:stretch/>
        </p:blipFill>
        <p:spPr>
          <a:xfrm>
            <a:off x="364320" y="20930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0" name="Google Shape;1496;p53" descr="image.png"/>
          <p:cNvPicPr/>
          <p:nvPr/>
        </p:nvPicPr>
        <p:blipFill>
          <a:blip r:embed="rId9"/>
          <a:stretch/>
        </p:blipFill>
        <p:spPr>
          <a:xfrm>
            <a:off x="364320" y="246456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1" name="Google Shape;1497;p53" descr="image.png"/>
          <p:cNvPicPr/>
          <p:nvPr/>
        </p:nvPicPr>
        <p:blipFill>
          <a:blip r:embed="rId10"/>
          <a:stretch/>
        </p:blipFill>
        <p:spPr>
          <a:xfrm>
            <a:off x="364320" y="283608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2" name="Google Shape;1498;p53" descr="image.png"/>
          <p:cNvPicPr/>
          <p:nvPr/>
        </p:nvPicPr>
        <p:blipFill>
          <a:blip r:embed="rId11"/>
          <a:stretch/>
        </p:blipFill>
        <p:spPr>
          <a:xfrm>
            <a:off x="364320" y="320760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3" name="Google Shape;1499;p53" descr="image.png"/>
          <p:cNvPicPr/>
          <p:nvPr/>
        </p:nvPicPr>
        <p:blipFill>
          <a:blip r:embed="rId12"/>
          <a:stretch/>
        </p:blipFill>
        <p:spPr>
          <a:xfrm>
            <a:off x="364320" y="35791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4" name="Google Shape;1500;p53" descr="image.png"/>
          <p:cNvPicPr/>
          <p:nvPr/>
        </p:nvPicPr>
        <p:blipFill>
          <a:blip r:embed="rId13"/>
          <a:stretch/>
        </p:blipFill>
        <p:spPr>
          <a:xfrm>
            <a:off x="364320" y="39506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5" name="Google Shape;1501;p53" descr="image.png"/>
          <p:cNvPicPr/>
          <p:nvPr/>
        </p:nvPicPr>
        <p:blipFill>
          <a:blip r:embed="rId14"/>
          <a:stretch/>
        </p:blipFill>
        <p:spPr>
          <a:xfrm>
            <a:off x="2543040" y="2460240"/>
            <a:ext cx="1878480" cy="50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6" name="Google Shape;1502;p53" descr="image.png"/>
          <p:cNvPicPr/>
          <p:nvPr/>
        </p:nvPicPr>
        <p:blipFill>
          <a:blip r:embed="rId15"/>
          <a:stretch/>
        </p:blipFill>
        <p:spPr>
          <a:xfrm>
            <a:off x="2543040" y="30085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7" name="Google Shape;1503;p53" descr="image.png"/>
          <p:cNvPicPr/>
          <p:nvPr/>
        </p:nvPicPr>
        <p:blipFill>
          <a:blip r:embed="rId16"/>
          <a:stretch/>
        </p:blipFill>
        <p:spPr>
          <a:xfrm>
            <a:off x="2543040" y="33800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8" name="Google Shape;1504;p53" descr="image.png"/>
          <p:cNvPicPr/>
          <p:nvPr/>
        </p:nvPicPr>
        <p:blipFill>
          <a:blip r:embed="rId17"/>
          <a:stretch/>
        </p:blipFill>
        <p:spPr>
          <a:xfrm>
            <a:off x="2543040" y="3751200"/>
            <a:ext cx="1878480" cy="52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9" name="Google Shape;1505;p53" descr="image.png"/>
          <p:cNvPicPr/>
          <p:nvPr/>
        </p:nvPicPr>
        <p:blipFill>
          <a:blip r:embed="rId18"/>
          <a:stretch/>
        </p:blipFill>
        <p:spPr>
          <a:xfrm>
            <a:off x="4722120" y="169668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0" name="Google Shape;1506;p53" descr="image.png"/>
          <p:cNvPicPr/>
          <p:nvPr/>
        </p:nvPicPr>
        <p:blipFill>
          <a:blip r:embed="rId19"/>
          <a:stretch/>
        </p:blipFill>
        <p:spPr>
          <a:xfrm>
            <a:off x="4722120" y="206820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1" name="Google Shape;1507;p53" descr="image.png"/>
          <p:cNvPicPr/>
          <p:nvPr/>
        </p:nvPicPr>
        <p:blipFill>
          <a:blip r:embed="rId20"/>
          <a:stretch/>
        </p:blipFill>
        <p:spPr>
          <a:xfrm>
            <a:off x="4722120" y="24397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2" name="Google Shape;1508;p53" descr="image.png"/>
          <p:cNvPicPr/>
          <p:nvPr/>
        </p:nvPicPr>
        <p:blipFill>
          <a:blip r:embed="rId21"/>
          <a:stretch/>
        </p:blipFill>
        <p:spPr>
          <a:xfrm>
            <a:off x="4722120" y="28112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3" name="Google Shape;1509;p53" descr="image.png"/>
          <p:cNvPicPr/>
          <p:nvPr/>
        </p:nvPicPr>
        <p:blipFill>
          <a:blip r:embed="rId22"/>
          <a:stretch/>
        </p:blipFill>
        <p:spPr>
          <a:xfrm>
            <a:off x="4722120" y="3182400"/>
            <a:ext cx="1878480" cy="35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4" name="Google Shape;1510;p53" descr="image.png"/>
          <p:cNvPicPr/>
          <p:nvPr/>
        </p:nvPicPr>
        <p:blipFill>
          <a:blip r:embed="rId23"/>
          <a:stretch/>
        </p:blipFill>
        <p:spPr>
          <a:xfrm>
            <a:off x="4722120" y="35791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5" name="Google Shape;1511;p53" descr="image.png"/>
          <p:cNvPicPr/>
          <p:nvPr/>
        </p:nvPicPr>
        <p:blipFill>
          <a:blip r:embed="rId24"/>
          <a:stretch/>
        </p:blipFill>
        <p:spPr>
          <a:xfrm>
            <a:off x="4722120" y="39506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6" name="Google Shape;1512;p53" descr="image.png"/>
          <p:cNvPicPr/>
          <p:nvPr/>
        </p:nvPicPr>
        <p:blipFill>
          <a:blip r:embed="rId25"/>
          <a:stretch/>
        </p:blipFill>
        <p:spPr>
          <a:xfrm>
            <a:off x="6900840" y="17215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7" name="Google Shape;1513;p53" descr="image.png"/>
          <p:cNvPicPr/>
          <p:nvPr/>
        </p:nvPicPr>
        <p:blipFill>
          <a:blip r:embed="rId26"/>
          <a:stretch/>
        </p:blipFill>
        <p:spPr>
          <a:xfrm>
            <a:off x="6900840" y="20930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8" name="Google Shape;1514;p53" descr="image.png"/>
          <p:cNvPicPr/>
          <p:nvPr/>
        </p:nvPicPr>
        <p:blipFill>
          <a:blip r:embed="rId27"/>
          <a:stretch/>
        </p:blipFill>
        <p:spPr>
          <a:xfrm>
            <a:off x="6900840" y="246456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9" name="Google Shape;1515;p53" descr="image.png"/>
          <p:cNvPicPr/>
          <p:nvPr/>
        </p:nvPicPr>
        <p:blipFill>
          <a:blip r:embed="rId28"/>
          <a:stretch/>
        </p:blipFill>
        <p:spPr>
          <a:xfrm>
            <a:off x="6900840" y="283608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0" name="Google Shape;1516;p53" descr="image.png"/>
          <p:cNvPicPr/>
          <p:nvPr/>
        </p:nvPicPr>
        <p:blipFill>
          <a:blip r:embed="rId29"/>
          <a:stretch/>
        </p:blipFill>
        <p:spPr>
          <a:xfrm>
            <a:off x="6900840" y="320760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1" name="Google Shape;1517;p53" descr="image.png"/>
          <p:cNvPicPr/>
          <p:nvPr/>
        </p:nvPicPr>
        <p:blipFill>
          <a:blip r:embed="rId30"/>
          <a:stretch/>
        </p:blipFill>
        <p:spPr>
          <a:xfrm>
            <a:off x="6900840" y="357912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2" name="Google Shape;1518;p53" descr="image.png"/>
          <p:cNvPicPr/>
          <p:nvPr/>
        </p:nvPicPr>
        <p:blipFill>
          <a:blip r:embed="rId31"/>
          <a:stretch/>
        </p:blipFill>
        <p:spPr>
          <a:xfrm>
            <a:off x="6900840" y="3950640"/>
            <a:ext cx="187848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3" name="Google Shape;1519;p53"/>
          <p:cNvSpPr/>
          <p:nvPr/>
        </p:nvSpPr>
        <p:spPr>
          <a:xfrm>
            <a:off x="257040" y="289440"/>
            <a:ext cx="306000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DATA STRUCTURE METHODS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4" name="Google Shape;1520;p53"/>
          <p:cNvSpPr/>
          <p:nvPr/>
        </p:nvSpPr>
        <p:spPr>
          <a:xfrm>
            <a:off x="392760" y="4725720"/>
            <a:ext cx="1406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METHOD ROLES SUMMARY: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5" name="Google Shape;1521;p53"/>
          <p:cNvSpPr/>
          <p:nvPr/>
        </p:nvSpPr>
        <p:spPr>
          <a:xfrm>
            <a:off x="4304160" y="4693320"/>
            <a:ext cx="4200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1d4ed8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1d4ed8"/>
                </a:solidFill>
                <a:uFillTx/>
                <a:latin typeface="Plus Jakarta Sans"/>
                <a:ea typeface="Plus Jakarta Sans"/>
              </a:rPr>
              <a:t>List: In-place Sequence Editing</a:t>
            </a: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0f766e"/>
                </a:solidFill>
                <a:uFillTx/>
                <a:latin typeface="Plus Jakarta Sans"/>
                <a:ea typeface="Plus Jakarta Sans"/>
              </a:rPr>
              <a:t> Tuple: Read-Only Lookup</a:t>
            </a: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b45309"/>
                </a:solidFill>
                <a:uFillTx/>
                <a:latin typeface="Plus Jakarta Sans"/>
                <a:ea typeface="Plus Jakarta Sans"/>
              </a:rPr>
              <a:t> Set: Uniqueness &amp; Set Algebra</a:t>
            </a: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6d28d9"/>
                </a:solidFill>
                <a:uFillTx/>
                <a:latin typeface="Plus Jakarta Sans"/>
                <a:ea typeface="Plus Jakarta Sans"/>
              </a:rPr>
              <a:t> Dict: Key-Value Mapping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6" name="Google Shape;1522;p53"/>
          <p:cNvSpPr/>
          <p:nvPr/>
        </p:nvSpPr>
        <p:spPr>
          <a:xfrm>
            <a:off x="778680" y="784080"/>
            <a:ext cx="14641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d4ed8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1d4ed8"/>
                </a:solidFill>
                <a:uFillTx/>
                <a:latin typeface="Plus Jakarta Sans ExtraBold"/>
                <a:ea typeface="Plus Jakarta Sans ExtraBold"/>
              </a:rPr>
              <a:t>LIST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7" name="Google Shape;1523;p53"/>
          <p:cNvSpPr/>
          <p:nvPr/>
        </p:nvSpPr>
        <p:spPr>
          <a:xfrm>
            <a:off x="364320" y="985680"/>
            <a:ext cx="18784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8" name="Google Shape;1524;p53"/>
          <p:cNvSpPr/>
          <p:nvPr/>
        </p:nvSpPr>
        <p:spPr>
          <a:xfrm>
            <a:off x="3064680" y="784080"/>
            <a:ext cx="13568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766e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766e"/>
                </a:solidFill>
                <a:uFillTx/>
                <a:latin typeface="Plus Jakarta Sans ExtraBold"/>
                <a:ea typeface="Plus Jakarta Sans ExtraBold"/>
              </a:rPr>
              <a:t>TUPLE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9" name="Google Shape;1525;p53"/>
          <p:cNvSpPr/>
          <p:nvPr/>
        </p:nvSpPr>
        <p:spPr>
          <a:xfrm>
            <a:off x="2543040" y="985680"/>
            <a:ext cx="18784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0" name="Google Shape;1526;p53"/>
          <p:cNvSpPr/>
          <p:nvPr/>
        </p:nvSpPr>
        <p:spPr>
          <a:xfrm>
            <a:off x="5107680" y="784080"/>
            <a:ext cx="1492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SET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1" name="Google Shape;1527;p53"/>
          <p:cNvSpPr/>
          <p:nvPr/>
        </p:nvSpPr>
        <p:spPr>
          <a:xfrm>
            <a:off x="4722120" y="985680"/>
            <a:ext cx="18784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2" name="Google Shape;1528;p53"/>
          <p:cNvSpPr/>
          <p:nvPr/>
        </p:nvSpPr>
        <p:spPr>
          <a:xfrm>
            <a:off x="7368840" y="828720"/>
            <a:ext cx="9424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6d28d9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6d28d9"/>
                </a:solidFill>
                <a:uFillTx/>
                <a:latin typeface="Plus Jakarta Sans ExtraBold"/>
                <a:ea typeface="Plus Jakarta Sans ExtraBold"/>
              </a:rPr>
              <a:t>DICTIONARY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3" name="Google Shape;1529;p53"/>
          <p:cNvSpPr/>
          <p:nvPr/>
        </p:nvSpPr>
        <p:spPr>
          <a:xfrm>
            <a:off x="6900840" y="985680"/>
            <a:ext cx="18784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94" name="Google Shape;1530;p53" descr="image.png"/>
          <p:cNvPicPr/>
          <p:nvPr/>
        </p:nvPicPr>
        <p:blipFill>
          <a:blip r:embed="rId32"/>
          <a:stretch/>
        </p:blipFill>
        <p:spPr>
          <a:xfrm>
            <a:off x="392760" y="4746960"/>
            <a:ext cx="709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5" name="Google Shape;1531;p53" descr="image.png"/>
          <p:cNvPicPr/>
          <p:nvPr/>
        </p:nvPicPr>
        <p:blipFill>
          <a:blip r:embed="rId33"/>
          <a:stretch/>
        </p:blipFill>
        <p:spPr>
          <a:xfrm>
            <a:off x="1735920" y="789480"/>
            <a:ext cx="50688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6" name="Google Shape;1532;p53" descr="image.png"/>
          <p:cNvPicPr/>
          <p:nvPr/>
        </p:nvPicPr>
        <p:blipFill>
          <a:blip r:embed="rId34"/>
          <a:stretch/>
        </p:blipFill>
        <p:spPr>
          <a:xfrm>
            <a:off x="3879000" y="789480"/>
            <a:ext cx="54252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7" name="Google Shape;1533;p53" descr="image.png"/>
          <p:cNvPicPr/>
          <p:nvPr/>
        </p:nvPicPr>
        <p:blipFill>
          <a:blip r:embed="rId35"/>
          <a:stretch/>
        </p:blipFill>
        <p:spPr>
          <a:xfrm>
            <a:off x="6207840" y="789480"/>
            <a:ext cx="39240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8" name="Google Shape;1534;p53" descr="image.png"/>
          <p:cNvPicPr/>
          <p:nvPr/>
        </p:nvPicPr>
        <p:blipFill>
          <a:blip r:embed="rId36"/>
          <a:stretch/>
        </p:blipFill>
        <p:spPr>
          <a:xfrm>
            <a:off x="8322480" y="789480"/>
            <a:ext cx="45684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9" name="Google Shape;1535;p53" descr="image.png"/>
          <p:cNvPicPr/>
          <p:nvPr/>
        </p:nvPicPr>
        <p:blipFill>
          <a:blip r:embed="rId37"/>
          <a:stretch/>
        </p:blipFill>
        <p:spPr>
          <a:xfrm>
            <a:off x="364320" y="789480"/>
            <a:ext cx="120960" cy="1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0" name="Google Shape;1536;p53"/>
          <p:cNvSpPr/>
          <p:nvPr/>
        </p:nvSpPr>
        <p:spPr>
          <a:xfrm>
            <a:off x="428760" y="175644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append(x)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1" name="Google Shape;1537;p53"/>
          <p:cNvSpPr/>
          <p:nvPr/>
        </p:nvSpPr>
        <p:spPr>
          <a:xfrm>
            <a:off x="428760" y="190008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Adds single item x to end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2" name="Google Shape;1538;p53"/>
          <p:cNvSpPr/>
          <p:nvPr/>
        </p:nvSpPr>
        <p:spPr>
          <a:xfrm>
            <a:off x="428760" y="212796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extend(iter)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3" name="Google Shape;1539;p53"/>
          <p:cNvSpPr/>
          <p:nvPr/>
        </p:nvSpPr>
        <p:spPr>
          <a:xfrm>
            <a:off x="428760" y="227160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Appends all elements from iterable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4" name="Google Shape;1540;p53"/>
          <p:cNvSpPr/>
          <p:nvPr/>
        </p:nvSpPr>
        <p:spPr>
          <a:xfrm>
            <a:off x="428760" y="249948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insert(i, 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5" name="Google Shape;1541;p53"/>
          <p:cNvSpPr/>
          <p:nvPr/>
        </p:nvSpPr>
        <p:spPr>
          <a:xfrm>
            <a:off x="428760" y="264312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Inserts x at specified index i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6" name="Google Shape;1542;p53"/>
          <p:cNvSpPr/>
          <p:nvPr/>
        </p:nvSpPr>
        <p:spPr>
          <a:xfrm>
            <a:off x="428760" y="287100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remove(x)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7" name="Google Shape;1543;p53"/>
          <p:cNvSpPr/>
          <p:nvPr/>
        </p:nvSpPr>
        <p:spPr>
          <a:xfrm>
            <a:off x="428760" y="301464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Removes first matching value 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8" name="Google Shape;1544;p53"/>
          <p:cNvSpPr/>
          <p:nvPr/>
        </p:nvSpPr>
        <p:spPr>
          <a:xfrm>
            <a:off x="428760" y="324252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pop([i])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9" name="Google Shape;1545;p53"/>
          <p:cNvSpPr/>
          <p:nvPr/>
        </p:nvSpPr>
        <p:spPr>
          <a:xfrm>
            <a:off x="428760" y="338616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Removes &amp; returns item at index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0" name="Google Shape;1546;p53"/>
          <p:cNvSpPr/>
          <p:nvPr/>
        </p:nvSpPr>
        <p:spPr>
          <a:xfrm>
            <a:off x="428760" y="361404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sort() / reverse()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1" name="Google Shape;1547;p53"/>
          <p:cNvSpPr/>
          <p:nvPr/>
        </p:nvSpPr>
        <p:spPr>
          <a:xfrm>
            <a:off x="428760" y="375768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In-place sorting &amp; reversal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2" name="Google Shape;1548;p53"/>
          <p:cNvSpPr/>
          <p:nvPr/>
        </p:nvSpPr>
        <p:spPr>
          <a:xfrm>
            <a:off x="428760" y="398556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index() / count()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3" name="Google Shape;1549;p53"/>
          <p:cNvSpPr/>
          <p:nvPr/>
        </p:nvSpPr>
        <p:spPr>
          <a:xfrm>
            <a:off x="428760" y="412920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Positional lookup &amp; frequency count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14" name="Google Shape;1550;p53" descr="image.png"/>
          <p:cNvPicPr/>
          <p:nvPr/>
        </p:nvPicPr>
        <p:blipFill>
          <a:blip r:embed="rId38"/>
          <a:stretch/>
        </p:blipFill>
        <p:spPr>
          <a:xfrm>
            <a:off x="2543040" y="789480"/>
            <a:ext cx="106920" cy="1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5" name="Google Shape;1551;p53"/>
          <p:cNvSpPr/>
          <p:nvPr/>
        </p:nvSpPr>
        <p:spPr>
          <a:xfrm>
            <a:off x="3050280" y="2560320"/>
            <a:ext cx="86400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166534"/>
                </a:solidFill>
                <a:uFillTx/>
                <a:latin typeface="Plus Jakarta Sans ExtraBold"/>
                <a:ea typeface="Plus Jakarta Sans ExtraBold"/>
              </a:rPr>
              <a:t>ONLY 2 METHODS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6" name="Google Shape;1552;p53"/>
          <p:cNvSpPr/>
          <p:nvPr/>
        </p:nvSpPr>
        <p:spPr>
          <a:xfrm>
            <a:off x="2607480" y="2696040"/>
            <a:ext cx="174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15803d"/>
                </a:solidFill>
                <a:uFillTx/>
                <a:latin typeface="Plus Jakarta Sans SemiBold"/>
                <a:ea typeface="Plus Jakarta Sans SemiBold"/>
              </a:rPr>
              <a:t>Tuples cannot be mutated; only read-only search methods exist.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7" name="Google Shape;1553;p53"/>
          <p:cNvSpPr/>
          <p:nvPr/>
        </p:nvSpPr>
        <p:spPr>
          <a:xfrm>
            <a:off x="2621880" y="3043440"/>
            <a:ext cx="1735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count(x)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8" name="Google Shape;1554;p53"/>
          <p:cNvSpPr/>
          <p:nvPr/>
        </p:nvSpPr>
        <p:spPr>
          <a:xfrm>
            <a:off x="2621880" y="3187080"/>
            <a:ext cx="1735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Returns total occurrences of value 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9" name="Google Shape;1555;p53"/>
          <p:cNvSpPr/>
          <p:nvPr/>
        </p:nvSpPr>
        <p:spPr>
          <a:xfrm>
            <a:off x="2621880" y="3414960"/>
            <a:ext cx="1735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index(x)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0" name="Google Shape;1556;p53"/>
          <p:cNvSpPr/>
          <p:nvPr/>
        </p:nvSpPr>
        <p:spPr>
          <a:xfrm>
            <a:off x="2621880" y="3558600"/>
            <a:ext cx="1735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Returns first index position of value 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1" name="Google Shape;1557;p53"/>
          <p:cNvSpPr/>
          <p:nvPr/>
        </p:nvSpPr>
        <p:spPr>
          <a:xfrm>
            <a:off x="2607480" y="3851280"/>
            <a:ext cx="7927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NOTE ON BUILT-INS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2" name="Google Shape;1558;p53"/>
          <p:cNvSpPr/>
          <p:nvPr/>
        </p:nvSpPr>
        <p:spPr>
          <a:xfrm>
            <a:off x="2607480" y="3979800"/>
            <a:ext cx="1749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78350f"/>
                </a:solidFill>
                <a:uFillTx/>
                <a:latin typeface="Plus Jakarta Sans"/>
                <a:ea typeface="Plus Jakarta Sans"/>
              </a:rPr>
              <a:t>len(), min(), max(), sum() are Python built-in functions, NOT Tuple methods.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23" name="Google Shape;1559;p53" descr="image.png"/>
          <p:cNvPicPr/>
          <p:nvPr/>
        </p:nvPicPr>
        <p:blipFill>
          <a:blip r:embed="rId39"/>
          <a:stretch/>
        </p:blipFill>
        <p:spPr>
          <a:xfrm>
            <a:off x="4722120" y="789480"/>
            <a:ext cx="120960" cy="1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4" name="Google Shape;1560;p53"/>
          <p:cNvSpPr/>
          <p:nvPr/>
        </p:nvSpPr>
        <p:spPr>
          <a:xfrm>
            <a:off x="4786200" y="173160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add(x) / update()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5" name="Google Shape;1561;p53"/>
          <p:cNvSpPr/>
          <p:nvPr/>
        </p:nvSpPr>
        <p:spPr>
          <a:xfrm>
            <a:off x="4786200" y="187524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Add single element vs bulk iterable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6" name="Google Shape;1562;p53"/>
          <p:cNvSpPr/>
          <p:nvPr/>
        </p:nvSpPr>
        <p:spPr>
          <a:xfrm>
            <a:off x="4786200" y="210312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remove(x)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7" name="Google Shape;1563;p53"/>
          <p:cNvSpPr/>
          <p:nvPr/>
        </p:nvSpPr>
        <p:spPr>
          <a:xfrm>
            <a:off x="4786200" y="224676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Strict deletion (raises KeyError)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8" name="Google Shape;1564;p53"/>
          <p:cNvSpPr/>
          <p:nvPr/>
        </p:nvSpPr>
        <p:spPr>
          <a:xfrm>
            <a:off x="4786200" y="247464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discard(x)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9" name="Google Shape;1565;p53"/>
          <p:cNvSpPr/>
          <p:nvPr/>
        </p:nvSpPr>
        <p:spPr>
          <a:xfrm>
            <a:off x="4786200" y="261828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Safe deletion (no error if missing)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0" name="Google Shape;1566;p53"/>
          <p:cNvSpPr/>
          <p:nvPr/>
        </p:nvSpPr>
        <p:spPr>
          <a:xfrm>
            <a:off x="4786200" y="284616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pop()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1" name="Google Shape;1567;p53"/>
          <p:cNvSpPr/>
          <p:nvPr/>
        </p:nvSpPr>
        <p:spPr>
          <a:xfrm>
            <a:off x="4786200" y="298980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Removes &amp; returns arbitrary item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2" name="Google Shape;1568;p53"/>
          <p:cNvSpPr/>
          <p:nvPr/>
        </p:nvSpPr>
        <p:spPr>
          <a:xfrm>
            <a:off x="4786200" y="321732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union() / intersection()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3" name="Google Shape;1569;p53"/>
          <p:cNvSpPr/>
          <p:nvPr/>
        </p:nvSpPr>
        <p:spPr>
          <a:xfrm>
            <a:off x="4786200" y="336096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Set algebra methods (or |, &amp;)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4" name="Google Shape;1570;p53"/>
          <p:cNvSpPr/>
          <p:nvPr/>
        </p:nvSpPr>
        <p:spPr>
          <a:xfrm>
            <a:off x="4786200" y="361404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difference() / sym_diff()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5" name="Google Shape;1571;p53"/>
          <p:cNvSpPr/>
          <p:nvPr/>
        </p:nvSpPr>
        <p:spPr>
          <a:xfrm>
            <a:off x="4786200" y="375768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Relative &amp; symmetric difference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6" name="Google Shape;1572;p53"/>
          <p:cNvSpPr/>
          <p:nvPr/>
        </p:nvSpPr>
        <p:spPr>
          <a:xfrm>
            <a:off x="4786200" y="398556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issubset() / isdisjoint()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7" name="Google Shape;1573;p53"/>
          <p:cNvSpPr/>
          <p:nvPr/>
        </p:nvSpPr>
        <p:spPr>
          <a:xfrm>
            <a:off x="4786200" y="412920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Boolean relationship checks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38" name="Google Shape;1574;p53" descr="image.png"/>
          <p:cNvPicPr/>
          <p:nvPr/>
        </p:nvPicPr>
        <p:blipFill>
          <a:blip r:embed="rId40"/>
          <a:stretch/>
        </p:blipFill>
        <p:spPr>
          <a:xfrm>
            <a:off x="6900840" y="789480"/>
            <a:ext cx="120960" cy="1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9" name="Google Shape;1575;p53"/>
          <p:cNvSpPr/>
          <p:nvPr/>
        </p:nvSpPr>
        <p:spPr>
          <a:xfrm>
            <a:off x="6965280" y="175644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get(k, [def])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0" name="Google Shape;1576;p53"/>
          <p:cNvSpPr/>
          <p:nvPr/>
        </p:nvSpPr>
        <p:spPr>
          <a:xfrm>
            <a:off x="6965280" y="190008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Safe lookup (returns None/default)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1" name="Google Shape;1577;p53"/>
          <p:cNvSpPr/>
          <p:nvPr/>
        </p:nvSpPr>
        <p:spPr>
          <a:xfrm>
            <a:off x="6965280" y="212796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keys() / values()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2" name="Google Shape;1578;p53"/>
          <p:cNvSpPr/>
          <p:nvPr/>
        </p:nvSpPr>
        <p:spPr>
          <a:xfrm>
            <a:off x="6965280" y="227160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Returns dynamic view of keys/values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3" name="Google Shape;1579;p53"/>
          <p:cNvSpPr/>
          <p:nvPr/>
        </p:nvSpPr>
        <p:spPr>
          <a:xfrm>
            <a:off x="6965280" y="249948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items()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4" name="Google Shape;1580;p53"/>
          <p:cNvSpPr/>
          <p:nvPr/>
        </p:nvSpPr>
        <p:spPr>
          <a:xfrm>
            <a:off x="6965280" y="264312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Dynamic view of (key, value) pairs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5" name="Google Shape;1581;p53"/>
          <p:cNvSpPr/>
          <p:nvPr/>
        </p:nvSpPr>
        <p:spPr>
          <a:xfrm>
            <a:off x="6965280" y="287100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update(dict2)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6" name="Google Shape;1582;p53"/>
          <p:cNvSpPr/>
          <p:nvPr/>
        </p:nvSpPr>
        <p:spPr>
          <a:xfrm>
            <a:off x="6965280" y="301464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Bulk adds or updates key-value pairs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7" name="Google Shape;1583;p53"/>
          <p:cNvSpPr/>
          <p:nvPr/>
        </p:nvSpPr>
        <p:spPr>
          <a:xfrm>
            <a:off x="6965280" y="324252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pop(k)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8" name="Google Shape;1584;p53"/>
          <p:cNvSpPr/>
          <p:nvPr/>
        </p:nvSpPr>
        <p:spPr>
          <a:xfrm>
            <a:off x="6965280" y="338616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Removes key &amp; returns value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9" name="Google Shape;1585;p53"/>
          <p:cNvSpPr/>
          <p:nvPr/>
        </p:nvSpPr>
        <p:spPr>
          <a:xfrm>
            <a:off x="6965280" y="361404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popitem()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0" name="Google Shape;1586;p53"/>
          <p:cNvSpPr/>
          <p:nvPr/>
        </p:nvSpPr>
        <p:spPr>
          <a:xfrm>
            <a:off x="6965280" y="375768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Removes &amp; returns last inserted pair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1" name="Google Shape;1587;p53"/>
          <p:cNvSpPr/>
          <p:nvPr/>
        </p:nvSpPr>
        <p:spPr>
          <a:xfrm>
            <a:off x="6965280" y="3985560"/>
            <a:ext cx="17499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3a8a"/>
                </a:solidFill>
                <a:uFillTx/>
                <a:latin typeface="Plus Jakarta Sans ExtraBold"/>
                <a:ea typeface="Plus Jakarta Sans ExtraBold"/>
              </a:rPr>
              <a:t>setdefault(k, d)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2" name="Google Shape;1588;p53"/>
          <p:cNvSpPr/>
          <p:nvPr/>
        </p:nvSpPr>
        <p:spPr>
          <a:xfrm>
            <a:off x="6965280" y="4129200"/>
            <a:ext cx="1749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Gets value or inserts default key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53" name="Google Shape;1589;p53" descr="image.png"/>
          <p:cNvPicPr/>
          <p:nvPr/>
        </p:nvPicPr>
        <p:blipFill>
          <a:blip r:embed="rId41"/>
          <a:stretch/>
        </p:blipFill>
        <p:spPr>
          <a:xfrm>
            <a:off x="3050280" y="2574360"/>
            <a:ext cx="85320" cy="8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4" name="Google Shape;1594;p5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5" name="Google Shape;1595;p54" descr="image.png"/>
          <p:cNvPicPr/>
          <p:nvPr/>
        </p:nvPicPr>
        <p:blipFill>
          <a:blip r:embed="rId2"/>
          <a:stretch/>
        </p:blipFill>
        <p:spPr>
          <a:xfrm>
            <a:off x="257040" y="3207600"/>
            <a:ext cx="862920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6" name="Google Shape;1596;p54"/>
          <p:cNvSpPr/>
          <p:nvPr/>
        </p:nvSpPr>
        <p:spPr>
          <a:xfrm>
            <a:off x="257040" y="657360"/>
            <a:ext cx="8629200" cy="1871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357" name="Google Shape;1597;p54"/>
          <p:cNvGraphicFramePr/>
          <p:nvPr/>
        </p:nvGraphicFramePr>
        <p:xfrm>
          <a:off x="257040" y="657360"/>
          <a:ext cx="8614800" cy="187128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378080"/>
                <a:gridCol w="1809000"/>
                <a:gridCol w="1809000"/>
                <a:gridCol w="1809000"/>
                <a:gridCol w="1809360"/>
              </a:tblGrid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FEATURE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1d4ed8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1d4ed8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LIST [ 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766e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0f766e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TUPLE ( 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b4530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b4530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SET { }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6d28d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 </a:t>
                      </a:r>
                      <a:r>
                        <a:rPr b="0" lang="en" sz="800" strike="noStrike" u="none">
                          <a:solidFill>
                            <a:srgbClr val="6d28d9"/>
                          </a:solidFill>
                          <a:uFillTx/>
                          <a:latin typeface="Plus Jakarta Sans ExtraBold"/>
                          <a:ea typeface="Plus Jakarta Sans ExtraBold"/>
                        </a:rPr>
                        <a:t>DICTIONARY { }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Syntax Example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[10, 20, 30]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(10, 20, 30)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{10, 20, 30}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{"a": 10, "b": 20}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Ordering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Ordered Sequence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Ordered Sequence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No Positional Order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Preserves Insertion Order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Mutability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Mutable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Immutable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Mutable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Mutable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Duplicates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Allowed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✓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Allowed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Unique Only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Keys: ✕ Unique | Values: ✓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Access Method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Numeric Index lst[0]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Numeric Index t[0]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✕ </a:t>
                      </a: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No Positional Access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Unique Key d["key"]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267120"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Element Rule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Any Python object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Any Python object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Must be Hashable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47520" rIns="47520" tIns="18720" bIns="1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800" strike="noStrike" u="none">
                          <a:solidFill>
                            <a:srgbClr val="0f172a"/>
                          </a:solidFill>
                          <a:uFillTx/>
                          <a:latin typeface="Plus Jakarta Sans"/>
                          <a:ea typeface="Plus Jakarta Sans"/>
                        </a:rPr>
                        <a:t>Keys Hashable / Values Any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358" name="Google Shape;1598;p54"/>
          <p:cNvSpPr/>
          <p:nvPr/>
        </p:nvSpPr>
        <p:spPr>
          <a:xfrm>
            <a:off x="257040" y="289440"/>
            <a:ext cx="379512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 vs TUPLE vs SET vs DICTIONARY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9" name="Google Shape;1599;p54"/>
          <p:cNvSpPr/>
          <p:nvPr/>
        </p:nvSpPr>
        <p:spPr>
          <a:xfrm>
            <a:off x="264240" y="907200"/>
            <a:ext cx="137808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0" name="Google Shape;1600;p54"/>
          <p:cNvSpPr/>
          <p:nvPr/>
        </p:nvSpPr>
        <p:spPr>
          <a:xfrm>
            <a:off x="1642680" y="907200"/>
            <a:ext cx="180864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1" name="Google Shape;1601;p54"/>
          <p:cNvSpPr/>
          <p:nvPr/>
        </p:nvSpPr>
        <p:spPr>
          <a:xfrm>
            <a:off x="3452040" y="907200"/>
            <a:ext cx="180864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2" name="Google Shape;1602;p54"/>
          <p:cNvSpPr/>
          <p:nvPr/>
        </p:nvSpPr>
        <p:spPr>
          <a:xfrm>
            <a:off x="5261040" y="907200"/>
            <a:ext cx="180864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3" name="Google Shape;1603;p54"/>
          <p:cNvSpPr/>
          <p:nvPr/>
        </p:nvSpPr>
        <p:spPr>
          <a:xfrm>
            <a:off x="7070040" y="907200"/>
            <a:ext cx="1809000" cy="140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4" name="Google Shape;1604;p54"/>
          <p:cNvSpPr/>
          <p:nvPr/>
        </p:nvSpPr>
        <p:spPr>
          <a:xfrm>
            <a:off x="364320" y="3293280"/>
            <a:ext cx="10641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SYMBOL REFERENCE: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5" name="Google Shape;1605;p54"/>
          <p:cNvSpPr/>
          <p:nvPr/>
        </p:nvSpPr>
        <p:spPr>
          <a:xfrm>
            <a:off x="1712880" y="3296520"/>
            <a:ext cx="51408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[] Index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6" name="Google Shape;1606;p54"/>
          <p:cNvSpPr/>
          <p:nvPr/>
        </p:nvSpPr>
        <p:spPr>
          <a:xfrm>
            <a:off x="2511360" y="3296520"/>
            <a:ext cx="5713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[::] Slice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7" name="Google Shape;1607;p54"/>
          <p:cNvSpPr/>
          <p:nvPr/>
        </p:nvSpPr>
        <p:spPr>
          <a:xfrm>
            <a:off x="3366720" y="3296520"/>
            <a:ext cx="5425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+ Concat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8" name="Google Shape;1608;p54"/>
          <p:cNvSpPr/>
          <p:nvPr/>
        </p:nvSpPr>
        <p:spPr>
          <a:xfrm>
            <a:off x="4194000" y="3296520"/>
            <a:ext cx="5425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* Repeat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9" name="Google Shape;1609;p54"/>
          <p:cNvSpPr/>
          <p:nvPr/>
        </p:nvSpPr>
        <p:spPr>
          <a:xfrm>
            <a:off x="5020920" y="3296520"/>
            <a:ext cx="57816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in Search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0" name="Google Shape;1610;p54"/>
          <p:cNvSpPr/>
          <p:nvPr/>
        </p:nvSpPr>
        <p:spPr>
          <a:xfrm>
            <a:off x="5883480" y="3296520"/>
            <a:ext cx="46404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| Union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1" name="Google Shape;1611;p54"/>
          <p:cNvSpPr/>
          <p:nvPr/>
        </p:nvSpPr>
        <p:spPr>
          <a:xfrm>
            <a:off x="6631920" y="3296520"/>
            <a:ext cx="62100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&amp; Intersect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2" name="Google Shape;1612;p54"/>
          <p:cNvSpPr/>
          <p:nvPr/>
        </p:nvSpPr>
        <p:spPr>
          <a:xfrm>
            <a:off x="7537680" y="3296520"/>
            <a:ext cx="37116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- Diff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3" name="Google Shape;1613;p54"/>
          <p:cNvSpPr/>
          <p:nvPr/>
        </p:nvSpPr>
        <p:spPr>
          <a:xfrm>
            <a:off x="8193240" y="3296520"/>
            <a:ext cx="58536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^ Sym Diff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74" name="Google Shape;1614;p54" descr="image.png"/>
          <p:cNvPicPr/>
          <p:nvPr/>
        </p:nvPicPr>
        <p:blipFill>
          <a:blip r:embed="rId3"/>
          <a:stretch/>
        </p:blipFill>
        <p:spPr>
          <a:xfrm>
            <a:off x="257040" y="4172040"/>
            <a:ext cx="209268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5" name="Google Shape;1615;p54" descr="image.png"/>
          <p:cNvPicPr/>
          <p:nvPr/>
        </p:nvPicPr>
        <p:blipFill>
          <a:blip r:embed="rId4"/>
          <a:stretch/>
        </p:blipFill>
        <p:spPr>
          <a:xfrm>
            <a:off x="2436120" y="4172040"/>
            <a:ext cx="209268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6" name="Google Shape;1616;p54" descr="image.png"/>
          <p:cNvPicPr/>
          <p:nvPr/>
        </p:nvPicPr>
        <p:blipFill>
          <a:blip r:embed="rId5"/>
          <a:stretch/>
        </p:blipFill>
        <p:spPr>
          <a:xfrm>
            <a:off x="4614840" y="4172040"/>
            <a:ext cx="209268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7" name="Google Shape;1617;p54" descr="image.png"/>
          <p:cNvPicPr/>
          <p:nvPr/>
        </p:nvPicPr>
        <p:blipFill>
          <a:blip r:embed="rId6"/>
          <a:stretch/>
        </p:blipFill>
        <p:spPr>
          <a:xfrm>
            <a:off x="6793560" y="4172040"/>
            <a:ext cx="209268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8" name="Google Shape;1618;p54"/>
          <p:cNvSpPr/>
          <p:nvPr/>
        </p:nvSpPr>
        <p:spPr>
          <a:xfrm>
            <a:off x="264240" y="1185840"/>
            <a:ext cx="1378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9" name="Google Shape;1619;p54"/>
          <p:cNvSpPr/>
          <p:nvPr/>
        </p:nvSpPr>
        <p:spPr>
          <a:xfrm>
            <a:off x="1642680" y="118584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0" name="Google Shape;1620;p54"/>
          <p:cNvSpPr/>
          <p:nvPr/>
        </p:nvSpPr>
        <p:spPr>
          <a:xfrm>
            <a:off x="3452040" y="118584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1" name="Google Shape;1621;p54"/>
          <p:cNvSpPr/>
          <p:nvPr/>
        </p:nvSpPr>
        <p:spPr>
          <a:xfrm>
            <a:off x="5261040" y="118584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2" name="Google Shape;1622;p54"/>
          <p:cNvSpPr/>
          <p:nvPr/>
        </p:nvSpPr>
        <p:spPr>
          <a:xfrm>
            <a:off x="7070040" y="1185840"/>
            <a:ext cx="18090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3" name="Google Shape;1623;p54"/>
          <p:cNvSpPr/>
          <p:nvPr/>
        </p:nvSpPr>
        <p:spPr>
          <a:xfrm>
            <a:off x="264240" y="1414440"/>
            <a:ext cx="1378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4" name="Google Shape;1624;p54"/>
          <p:cNvSpPr/>
          <p:nvPr/>
        </p:nvSpPr>
        <p:spPr>
          <a:xfrm>
            <a:off x="1642680" y="141444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5" name="Google Shape;1625;p54"/>
          <p:cNvSpPr/>
          <p:nvPr/>
        </p:nvSpPr>
        <p:spPr>
          <a:xfrm>
            <a:off x="3452040" y="141444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6" name="Google Shape;1626;p54"/>
          <p:cNvSpPr/>
          <p:nvPr/>
        </p:nvSpPr>
        <p:spPr>
          <a:xfrm>
            <a:off x="5261040" y="141444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7" name="Google Shape;1627;p54"/>
          <p:cNvSpPr/>
          <p:nvPr/>
        </p:nvSpPr>
        <p:spPr>
          <a:xfrm>
            <a:off x="7070040" y="1414440"/>
            <a:ext cx="18090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8" name="Google Shape;1628;p54"/>
          <p:cNvSpPr/>
          <p:nvPr/>
        </p:nvSpPr>
        <p:spPr>
          <a:xfrm>
            <a:off x="264240" y="1707480"/>
            <a:ext cx="1378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9" name="Google Shape;1629;p54"/>
          <p:cNvSpPr/>
          <p:nvPr/>
        </p:nvSpPr>
        <p:spPr>
          <a:xfrm>
            <a:off x="1642680" y="170748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0" name="Google Shape;1630;p54"/>
          <p:cNvSpPr/>
          <p:nvPr/>
        </p:nvSpPr>
        <p:spPr>
          <a:xfrm>
            <a:off x="3452040" y="170748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1" name="Google Shape;1631;p54"/>
          <p:cNvSpPr/>
          <p:nvPr/>
        </p:nvSpPr>
        <p:spPr>
          <a:xfrm>
            <a:off x="5261040" y="170748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2" name="Google Shape;1632;p54"/>
          <p:cNvSpPr/>
          <p:nvPr/>
        </p:nvSpPr>
        <p:spPr>
          <a:xfrm>
            <a:off x="7070040" y="1707480"/>
            <a:ext cx="18090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3" name="Google Shape;1633;p54"/>
          <p:cNvSpPr/>
          <p:nvPr/>
        </p:nvSpPr>
        <p:spPr>
          <a:xfrm>
            <a:off x="264240" y="2000160"/>
            <a:ext cx="1378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4" name="Google Shape;1634;p54"/>
          <p:cNvSpPr/>
          <p:nvPr/>
        </p:nvSpPr>
        <p:spPr>
          <a:xfrm>
            <a:off x="1642680" y="200016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5" name="Google Shape;1635;p54"/>
          <p:cNvSpPr/>
          <p:nvPr/>
        </p:nvSpPr>
        <p:spPr>
          <a:xfrm>
            <a:off x="3452040" y="200016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6" name="Google Shape;1636;p54"/>
          <p:cNvSpPr/>
          <p:nvPr/>
        </p:nvSpPr>
        <p:spPr>
          <a:xfrm>
            <a:off x="5261040" y="200016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7" name="Google Shape;1637;p54"/>
          <p:cNvSpPr/>
          <p:nvPr/>
        </p:nvSpPr>
        <p:spPr>
          <a:xfrm>
            <a:off x="7070040" y="2000160"/>
            <a:ext cx="18090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8" name="Google Shape;1638;p54"/>
          <p:cNvSpPr/>
          <p:nvPr/>
        </p:nvSpPr>
        <p:spPr>
          <a:xfrm>
            <a:off x="264240" y="2293200"/>
            <a:ext cx="137808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9" name="Google Shape;1639;p54"/>
          <p:cNvSpPr/>
          <p:nvPr/>
        </p:nvSpPr>
        <p:spPr>
          <a:xfrm>
            <a:off x="1642680" y="229320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0" name="Google Shape;1640;p54"/>
          <p:cNvSpPr/>
          <p:nvPr/>
        </p:nvSpPr>
        <p:spPr>
          <a:xfrm>
            <a:off x="3452040" y="229320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1" name="Google Shape;1641;p54"/>
          <p:cNvSpPr/>
          <p:nvPr/>
        </p:nvSpPr>
        <p:spPr>
          <a:xfrm>
            <a:off x="5261040" y="2293200"/>
            <a:ext cx="180864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2" name="Google Shape;1642;p54"/>
          <p:cNvSpPr/>
          <p:nvPr/>
        </p:nvSpPr>
        <p:spPr>
          <a:xfrm>
            <a:off x="7070040" y="2293200"/>
            <a:ext cx="1809000" cy="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600" bIns="3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03" name="Google Shape;1643;p54" descr="image.png"/>
          <p:cNvPicPr/>
          <p:nvPr/>
        </p:nvPicPr>
        <p:blipFill>
          <a:blip r:embed="rId7"/>
          <a:stretch/>
        </p:blipFill>
        <p:spPr>
          <a:xfrm>
            <a:off x="364320" y="3314880"/>
            <a:ext cx="114120" cy="8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4" name="Google Shape;1644;p54"/>
          <p:cNvSpPr/>
          <p:nvPr/>
        </p:nvSpPr>
        <p:spPr>
          <a:xfrm>
            <a:off x="514440" y="4250520"/>
            <a:ext cx="17427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1d4ed8"/>
                </a:solidFill>
                <a:uFillTx/>
                <a:latin typeface="Plus Jakarta Sans ExtraBold"/>
                <a:ea typeface="Plus Jakarta Sans ExtraBold"/>
              </a:rPr>
              <a:t>USE A LIST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5" name="Google Shape;1645;p54"/>
          <p:cNvSpPr/>
          <p:nvPr/>
        </p:nvSpPr>
        <p:spPr>
          <a:xfrm>
            <a:off x="371520" y="4530960"/>
            <a:ext cx="188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When you need an </a:t>
            </a:r>
            <a:r>
              <a:rPr b="1" lang="en" sz="7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ordered collection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 that changes frequently and relies on positional indexing or duplicates.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6" name="Google Shape;1646;p54"/>
          <p:cNvSpPr/>
          <p:nvPr/>
        </p:nvSpPr>
        <p:spPr>
          <a:xfrm>
            <a:off x="2678760" y="4250520"/>
            <a:ext cx="17571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766e"/>
                </a:solidFill>
                <a:uFillTx/>
                <a:latin typeface="Plus Jakarta Sans ExtraBold"/>
                <a:ea typeface="Plus Jakarta Sans ExtraBold"/>
              </a:rPr>
              <a:t>USE A TUPLE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7" name="Google Shape;1647;p54"/>
          <p:cNvSpPr/>
          <p:nvPr/>
        </p:nvSpPr>
        <p:spPr>
          <a:xfrm>
            <a:off x="2550240" y="4530960"/>
            <a:ext cx="188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When data should remain </a:t>
            </a:r>
            <a:r>
              <a:rPr b="1" lang="en" sz="7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fixed and read-only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, or serve as a hashable key or record structure.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8" name="Google Shape;1648;p54"/>
          <p:cNvSpPr/>
          <p:nvPr/>
        </p:nvSpPr>
        <p:spPr>
          <a:xfrm>
            <a:off x="4871880" y="4250520"/>
            <a:ext cx="17427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USE A SET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9" name="Google Shape;1649;p54"/>
          <p:cNvSpPr/>
          <p:nvPr/>
        </p:nvSpPr>
        <p:spPr>
          <a:xfrm>
            <a:off x="4729320" y="4530960"/>
            <a:ext cx="188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When you need </a:t>
            </a:r>
            <a:r>
              <a:rPr b="1" lang="en" sz="7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automatic deduplication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, fast $O(1)$ membership testing, or mathematical set operations.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0" name="Google Shape;1650;p54"/>
          <p:cNvSpPr/>
          <p:nvPr/>
        </p:nvSpPr>
        <p:spPr>
          <a:xfrm>
            <a:off x="7050960" y="4250520"/>
            <a:ext cx="17427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6d28d9"/>
                </a:solidFill>
                <a:uFillTx/>
                <a:latin typeface="Plus Jakarta Sans ExtraBold"/>
                <a:ea typeface="Plus Jakarta Sans ExtraBold"/>
              </a:rPr>
              <a:t>USE A DICTIONARY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1" name="Google Shape;1651;p54"/>
          <p:cNvSpPr/>
          <p:nvPr/>
        </p:nvSpPr>
        <p:spPr>
          <a:xfrm>
            <a:off x="6908040" y="4530960"/>
            <a:ext cx="188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When data represents </a:t>
            </a:r>
            <a:r>
              <a:rPr b="1" lang="en" sz="700" strike="noStrike" u="none">
                <a:solidFill>
                  <a:srgbClr val="475569"/>
                </a:solidFill>
                <a:uFillTx/>
                <a:latin typeface="Plus Jakarta Sans"/>
                <a:ea typeface="Plus Jakarta Sans"/>
              </a:rPr>
              <a:t>labeled properties</a:t>
            </a: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Medium"/>
                <a:ea typeface="Plus Jakarta Sans Medium"/>
              </a:rPr>
              <a:t> or key-value relationships requiring fast key lookup.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12" name="Google Shape;1652;p54" descr="image.png"/>
          <p:cNvPicPr/>
          <p:nvPr/>
        </p:nvPicPr>
        <p:blipFill>
          <a:blip r:embed="rId8"/>
          <a:stretch/>
        </p:blipFill>
        <p:spPr>
          <a:xfrm>
            <a:off x="371520" y="4263120"/>
            <a:ext cx="997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3" name="Google Shape;1653;p54" descr="image.png"/>
          <p:cNvPicPr/>
          <p:nvPr/>
        </p:nvPicPr>
        <p:blipFill>
          <a:blip r:embed="rId9"/>
          <a:stretch/>
        </p:blipFill>
        <p:spPr>
          <a:xfrm>
            <a:off x="2550240" y="4263120"/>
            <a:ext cx="853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4" name="Google Shape;1654;p54" descr="image.png"/>
          <p:cNvPicPr/>
          <p:nvPr/>
        </p:nvPicPr>
        <p:blipFill>
          <a:blip r:embed="rId10"/>
          <a:stretch/>
        </p:blipFill>
        <p:spPr>
          <a:xfrm>
            <a:off x="4729320" y="4263120"/>
            <a:ext cx="997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5" name="Google Shape;1655;p54" descr="image.png"/>
          <p:cNvPicPr/>
          <p:nvPr/>
        </p:nvPicPr>
        <p:blipFill>
          <a:blip r:embed="rId11"/>
          <a:stretch/>
        </p:blipFill>
        <p:spPr>
          <a:xfrm>
            <a:off x="6908040" y="4263120"/>
            <a:ext cx="99720" cy="9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6" name="Google Shape;1660;p55" descr=""/>
          <p:cNvPicPr/>
          <p:nvPr/>
        </p:nvPicPr>
        <p:blipFill>
          <a:blip r:embed="rId1"/>
          <a:srcRect l="0" t="2742" r="0" b="0"/>
          <a:stretch/>
        </p:blipFill>
        <p:spPr>
          <a:xfrm>
            <a:off x="316440" y="489960"/>
            <a:ext cx="8827200" cy="437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7" name="Google Shape;1661;p55"/>
          <p:cNvSpPr/>
          <p:nvPr/>
        </p:nvSpPr>
        <p:spPr>
          <a:xfrm>
            <a:off x="0" y="140040"/>
            <a:ext cx="91436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NESTED STRUCTURES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666;p56" descr=""/>
          <p:cNvPicPr/>
          <p:nvPr/>
        </p:nvPicPr>
        <p:blipFill>
          <a:blip r:embed="rId1"/>
          <a:srcRect l="-431" t="11431" r="431" b="1229"/>
          <a:stretch/>
        </p:blipFill>
        <p:spPr>
          <a:xfrm>
            <a:off x="147960" y="0"/>
            <a:ext cx="88336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671;p57" descr=""/>
          <p:cNvPicPr/>
          <p:nvPr/>
        </p:nvPicPr>
        <p:blipFill>
          <a:blip r:embed="rId1"/>
          <a:srcRect l="0" t="19223" r="0" b="0"/>
          <a:stretch/>
        </p:blipFill>
        <p:spPr>
          <a:xfrm>
            <a:off x="188640" y="436320"/>
            <a:ext cx="8740800" cy="47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0" name="Google Shape;1672;p57"/>
          <p:cNvSpPr/>
          <p:nvPr/>
        </p:nvSpPr>
        <p:spPr>
          <a:xfrm>
            <a:off x="620640" y="167040"/>
            <a:ext cx="3825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Can you trace the data?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1" name="Google Shape;1677;p58" descr=""/>
          <p:cNvPicPr/>
          <p:nvPr/>
        </p:nvPicPr>
        <p:blipFill>
          <a:blip r:embed="rId1"/>
          <a:srcRect l="0" t="19223" r="0" b="0"/>
          <a:stretch/>
        </p:blipFill>
        <p:spPr>
          <a:xfrm>
            <a:off x="188640" y="436320"/>
            <a:ext cx="8740800" cy="47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2" name="Google Shape;1678;p58"/>
          <p:cNvSpPr/>
          <p:nvPr/>
        </p:nvSpPr>
        <p:spPr>
          <a:xfrm>
            <a:off x="620640" y="167040"/>
            <a:ext cx="3825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Can you trace the data?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23" name="Google Shape;1679;p58" descr=""/>
          <p:cNvPicPr/>
          <p:nvPr/>
        </p:nvPicPr>
        <p:blipFill>
          <a:blip r:embed="rId2"/>
          <a:stretch/>
        </p:blipFill>
        <p:spPr>
          <a:xfrm>
            <a:off x="54000" y="0"/>
            <a:ext cx="9089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684;p59" descr="image.png"/>
          <p:cNvPicPr/>
          <p:nvPr/>
        </p:nvPicPr>
        <p:blipFill>
          <a:blip r:embed="rId1"/>
          <a:stretch/>
        </p:blipFill>
        <p:spPr>
          <a:xfrm>
            <a:off x="0" y="2628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5" name="Google Shape;1685;p59" descr="image.png"/>
          <p:cNvPicPr/>
          <p:nvPr/>
        </p:nvPicPr>
        <p:blipFill>
          <a:blip r:embed="rId2"/>
          <a:stretch/>
        </p:blipFill>
        <p:spPr>
          <a:xfrm>
            <a:off x="228600" y="4600440"/>
            <a:ext cx="868644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6" name="Google Shape;1686;p59" descr="image.png"/>
          <p:cNvPicPr/>
          <p:nvPr/>
        </p:nvPicPr>
        <p:blipFill>
          <a:blip r:embed="rId3"/>
          <a:stretch/>
        </p:blipFill>
        <p:spPr>
          <a:xfrm>
            <a:off x="228600" y="719280"/>
            <a:ext cx="2837880" cy="31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7" name="Google Shape;1687;p59" descr="image.png"/>
          <p:cNvPicPr/>
          <p:nvPr/>
        </p:nvPicPr>
        <p:blipFill>
          <a:blip r:embed="rId4"/>
          <a:stretch/>
        </p:blipFill>
        <p:spPr>
          <a:xfrm>
            <a:off x="3152880" y="691920"/>
            <a:ext cx="2837880" cy="31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8" name="Google Shape;1688;p59" descr="image.png"/>
          <p:cNvPicPr/>
          <p:nvPr/>
        </p:nvPicPr>
        <p:blipFill>
          <a:blip r:embed="rId5"/>
          <a:stretch/>
        </p:blipFill>
        <p:spPr>
          <a:xfrm>
            <a:off x="6076800" y="691920"/>
            <a:ext cx="2838240" cy="31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9" name="Google Shape;1689;p59" descr="image.png"/>
          <p:cNvPicPr/>
          <p:nvPr/>
        </p:nvPicPr>
        <p:blipFill>
          <a:blip r:embed="rId6"/>
          <a:stretch/>
        </p:blipFill>
        <p:spPr>
          <a:xfrm>
            <a:off x="335880" y="1848960"/>
            <a:ext cx="262368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0" name="Google Shape;1690;p59" descr="image.png"/>
          <p:cNvPicPr/>
          <p:nvPr/>
        </p:nvPicPr>
        <p:blipFill>
          <a:blip r:embed="rId7"/>
          <a:stretch/>
        </p:blipFill>
        <p:spPr>
          <a:xfrm>
            <a:off x="335880" y="3339000"/>
            <a:ext cx="2623680" cy="32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1" name="Google Shape;1691;p59" descr="image.png"/>
          <p:cNvPicPr/>
          <p:nvPr/>
        </p:nvPicPr>
        <p:blipFill>
          <a:blip r:embed="rId8"/>
          <a:stretch/>
        </p:blipFill>
        <p:spPr>
          <a:xfrm>
            <a:off x="3259800" y="2194560"/>
            <a:ext cx="262368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2" name="Google Shape;1692;p59" descr="image.png"/>
          <p:cNvPicPr/>
          <p:nvPr/>
        </p:nvPicPr>
        <p:blipFill>
          <a:blip r:embed="rId9"/>
          <a:stretch/>
        </p:blipFill>
        <p:spPr>
          <a:xfrm>
            <a:off x="3259800" y="3485880"/>
            <a:ext cx="262368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3" name="Google Shape;1693;p59" descr="image.png"/>
          <p:cNvPicPr/>
          <p:nvPr/>
        </p:nvPicPr>
        <p:blipFill>
          <a:blip r:embed="rId10"/>
          <a:stretch/>
        </p:blipFill>
        <p:spPr>
          <a:xfrm>
            <a:off x="6184080" y="1437840"/>
            <a:ext cx="2623680" cy="56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4" name="Google Shape;1694;p59" descr="image.png"/>
          <p:cNvPicPr/>
          <p:nvPr/>
        </p:nvPicPr>
        <p:blipFill>
          <a:blip r:embed="rId11"/>
          <a:stretch/>
        </p:blipFill>
        <p:spPr>
          <a:xfrm>
            <a:off x="6184080" y="2569680"/>
            <a:ext cx="2623680" cy="33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5" name="Google Shape;1695;p59" descr="image.png"/>
          <p:cNvPicPr/>
          <p:nvPr/>
        </p:nvPicPr>
        <p:blipFill>
          <a:blip r:embed="rId12"/>
          <a:stretch/>
        </p:blipFill>
        <p:spPr>
          <a:xfrm>
            <a:off x="6184080" y="3471840"/>
            <a:ext cx="262368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6" name="Google Shape;1696;p59" descr="image.png"/>
          <p:cNvPicPr/>
          <p:nvPr/>
        </p:nvPicPr>
        <p:blipFill>
          <a:blip r:embed="rId13"/>
          <a:stretch/>
        </p:blipFill>
        <p:spPr>
          <a:xfrm>
            <a:off x="414360" y="2049120"/>
            <a:ext cx="246672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7" name="Google Shape;1697;p59" descr="image.png"/>
          <p:cNvPicPr/>
          <p:nvPr/>
        </p:nvPicPr>
        <p:blipFill>
          <a:blip r:embed="rId14"/>
          <a:stretch/>
        </p:blipFill>
        <p:spPr>
          <a:xfrm>
            <a:off x="414360" y="2399040"/>
            <a:ext cx="246672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8" name="Google Shape;1698;p59" descr="image.png"/>
          <p:cNvPicPr/>
          <p:nvPr/>
        </p:nvPicPr>
        <p:blipFill>
          <a:blip r:embed="rId15"/>
          <a:stretch/>
        </p:blipFill>
        <p:spPr>
          <a:xfrm>
            <a:off x="414360" y="2749320"/>
            <a:ext cx="246672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9" name="Google Shape;1699;p59" descr="image.png"/>
          <p:cNvPicPr/>
          <p:nvPr/>
        </p:nvPicPr>
        <p:blipFill>
          <a:blip r:embed="rId16"/>
          <a:stretch/>
        </p:blipFill>
        <p:spPr>
          <a:xfrm>
            <a:off x="7043760" y="232200"/>
            <a:ext cx="18712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0" name="Google Shape;1700;p59"/>
          <p:cNvSpPr/>
          <p:nvPr/>
        </p:nvSpPr>
        <p:spPr>
          <a:xfrm>
            <a:off x="228600" y="275400"/>
            <a:ext cx="2268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ITERATION IN PYTHON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41" name="Google Shape;1701;p59" descr="image.png"/>
          <p:cNvPicPr/>
          <p:nvPr/>
        </p:nvPicPr>
        <p:blipFill>
          <a:blip r:embed="rId17"/>
          <a:stretch/>
        </p:blipFill>
        <p:spPr>
          <a:xfrm>
            <a:off x="7072200" y="304560"/>
            <a:ext cx="99720" cy="9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2" name="Google Shape;1702;p59"/>
          <p:cNvSpPr/>
          <p:nvPr/>
        </p:nvSpPr>
        <p:spPr>
          <a:xfrm>
            <a:off x="349920" y="4729320"/>
            <a:ext cx="14284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ITERATION CORE FORMULA: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43" name="Google Shape;1703;p59" descr="image.png"/>
          <p:cNvPicPr/>
          <p:nvPr/>
        </p:nvPicPr>
        <p:blipFill>
          <a:blip r:embed="rId18"/>
          <a:stretch/>
        </p:blipFill>
        <p:spPr>
          <a:xfrm>
            <a:off x="199800" y="10476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4" name="Google Shape;1704;p59"/>
          <p:cNvSpPr/>
          <p:nvPr/>
        </p:nvSpPr>
        <p:spPr>
          <a:xfrm>
            <a:off x="535680" y="789480"/>
            <a:ext cx="14238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IS ITERATION?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5" name="Google Shape;1705;p59"/>
          <p:cNvSpPr/>
          <p:nvPr/>
        </p:nvSpPr>
        <p:spPr>
          <a:xfrm>
            <a:off x="335880" y="1261080"/>
            <a:ext cx="262368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Repeatedly executing a block of code for multiple items in a collection or until a boolean condition turns False.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6" name="Google Shape;1706;p59"/>
          <p:cNvSpPr/>
          <p:nvPr/>
        </p:nvSpPr>
        <p:spPr>
          <a:xfrm>
            <a:off x="3455280" y="758520"/>
            <a:ext cx="193068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FOR LOOP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            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for item in iterable: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7" name="Google Shape;1707;p59"/>
          <p:cNvSpPr/>
          <p:nvPr/>
        </p:nvSpPr>
        <p:spPr>
          <a:xfrm>
            <a:off x="3259800" y="1477440"/>
            <a:ext cx="2623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Processes each element sequentially from an iterable object.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8" name="Google Shape;1708;p59"/>
          <p:cNvSpPr/>
          <p:nvPr/>
        </p:nvSpPr>
        <p:spPr>
          <a:xfrm>
            <a:off x="6361560" y="730080"/>
            <a:ext cx="1823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WHILE LOOP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while condition: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49" name="Google Shape;1709;p59" descr="image.png"/>
          <p:cNvPicPr/>
          <p:nvPr/>
        </p:nvPicPr>
        <p:blipFill>
          <a:blip r:embed="rId19"/>
          <a:stretch/>
        </p:blipFill>
        <p:spPr>
          <a:xfrm>
            <a:off x="324360" y="4732560"/>
            <a:ext cx="1141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0" name="Google Shape;1710;p59" descr="image.png"/>
          <p:cNvPicPr/>
          <p:nvPr/>
        </p:nvPicPr>
        <p:blipFill>
          <a:blip r:embed="rId20"/>
          <a:stretch/>
        </p:blipFill>
        <p:spPr>
          <a:xfrm>
            <a:off x="4071960" y="4696920"/>
            <a:ext cx="64260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1" name="Google Shape;1711;p59" descr="image.png"/>
          <p:cNvPicPr/>
          <p:nvPr/>
        </p:nvPicPr>
        <p:blipFill>
          <a:blip r:embed="rId21"/>
          <a:stretch/>
        </p:blipFill>
        <p:spPr>
          <a:xfrm>
            <a:off x="4829040" y="4729320"/>
            <a:ext cx="1069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2" name="Google Shape;1712;p59" descr="image.png"/>
          <p:cNvPicPr/>
          <p:nvPr/>
        </p:nvPicPr>
        <p:blipFill>
          <a:blip r:embed="rId22"/>
          <a:stretch/>
        </p:blipFill>
        <p:spPr>
          <a:xfrm>
            <a:off x="5050800" y="4696920"/>
            <a:ext cx="6998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3" name="Google Shape;1713;p59" descr="image.png"/>
          <p:cNvPicPr/>
          <p:nvPr/>
        </p:nvPicPr>
        <p:blipFill>
          <a:blip r:embed="rId23"/>
          <a:stretch/>
        </p:blipFill>
        <p:spPr>
          <a:xfrm>
            <a:off x="5865120" y="4729320"/>
            <a:ext cx="1069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4" name="Google Shape;1714;p59" descr="image.png"/>
          <p:cNvPicPr/>
          <p:nvPr/>
        </p:nvPicPr>
        <p:blipFill>
          <a:blip r:embed="rId24"/>
          <a:stretch/>
        </p:blipFill>
        <p:spPr>
          <a:xfrm>
            <a:off x="6086520" y="4696920"/>
            <a:ext cx="98532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5" name="Google Shape;1715;p59" descr="image.png"/>
          <p:cNvPicPr/>
          <p:nvPr/>
        </p:nvPicPr>
        <p:blipFill>
          <a:blip r:embed="rId25"/>
          <a:stretch/>
        </p:blipFill>
        <p:spPr>
          <a:xfrm>
            <a:off x="7186680" y="4729320"/>
            <a:ext cx="1069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6" name="Google Shape;1716;p59" descr="image.png"/>
          <p:cNvPicPr/>
          <p:nvPr/>
        </p:nvPicPr>
        <p:blipFill>
          <a:blip r:embed="rId26"/>
          <a:stretch/>
        </p:blipFill>
        <p:spPr>
          <a:xfrm>
            <a:off x="7408080" y="4696920"/>
            <a:ext cx="1385640" cy="1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7" name="Google Shape;1717;p59"/>
          <p:cNvSpPr/>
          <p:nvPr/>
        </p:nvSpPr>
        <p:spPr>
          <a:xfrm>
            <a:off x="414360" y="1913400"/>
            <a:ext cx="24667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64748b"/>
                </a:solidFill>
                <a:uFillTx/>
                <a:latin typeface="Plus Jakarta Sans ExtraBold"/>
                <a:ea typeface="Plus Jakarta Sans ExtraBold"/>
              </a:rPr>
              <a:t>ITERATION EXECUTION FLOW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8" name="Google Shape;1718;p59"/>
          <p:cNvSpPr/>
          <p:nvPr/>
        </p:nvSpPr>
        <p:spPr>
          <a:xfrm>
            <a:off x="950040" y="3381840"/>
            <a:ext cx="1623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9" name="Google Shape;1719;p59"/>
          <p:cNvSpPr/>
          <p:nvPr/>
        </p:nvSpPr>
        <p:spPr>
          <a:xfrm>
            <a:off x="1150200" y="3381840"/>
            <a:ext cx="1998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20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0" name="Google Shape;1720;p59"/>
          <p:cNvSpPr/>
          <p:nvPr/>
        </p:nvSpPr>
        <p:spPr>
          <a:xfrm>
            <a:off x="1350360" y="3381840"/>
            <a:ext cx="1623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30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1" name="Google Shape;1721;p59"/>
          <p:cNvSpPr/>
          <p:nvPr/>
        </p:nvSpPr>
        <p:spPr>
          <a:xfrm>
            <a:off x="1550160" y="3381840"/>
            <a:ext cx="222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40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2" name="Google Shape;1722;p59"/>
          <p:cNvSpPr/>
          <p:nvPr/>
        </p:nvSpPr>
        <p:spPr>
          <a:xfrm>
            <a:off x="399960" y="3501720"/>
            <a:ext cx="222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3" name="Google Shape;1723;p59"/>
          <p:cNvSpPr/>
          <p:nvPr/>
        </p:nvSpPr>
        <p:spPr>
          <a:xfrm>
            <a:off x="700200" y="3501720"/>
            <a:ext cx="3063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4" name="Google Shape;1724;p59"/>
          <p:cNvSpPr/>
          <p:nvPr/>
        </p:nvSpPr>
        <p:spPr>
          <a:xfrm>
            <a:off x="1300320" y="3501720"/>
            <a:ext cx="3639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5" name="Google Shape;1725;p59"/>
          <p:cNvSpPr/>
          <p:nvPr/>
        </p:nvSpPr>
        <p:spPr>
          <a:xfrm>
            <a:off x="3338640" y="2244600"/>
            <a:ext cx="24667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047857"/>
                </a:solidFill>
                <a:uFillTx/>
                <a:latin typeface="Plus Jakarta Sans ExtraBold"/>
                <a:ea typeface="Plus Jakarta Sans ExtraBold"/>
              </a:rPr>
              <a:t>SUPPORTED PYTHON ITERABLES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6" name="Google Shape;1726;p59"/>
          <p:cNvSpPr/>
          <p:nvPr/>
        </p:nvSpPr>
        <p:spPr>
          <a:xfrm>
            <a:off x="3338640" y="2365920"/>
            <a:ext cx="2466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✓ </a:t>
            </a:r>
            <a:r>
              <a:rPr b="1" lang="en" sz="6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List [1, 2]                                                                  ✓ Tuple (1, 2)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 ✓ </a:t>
            </a:r>
            <a:r>
              <a:rPr b="1" lang="en" sz="6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String "Py"                                                           ✓ Set {1, 2}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 ✓ </a:t>
            </a:r>
            <a:r>
              <a:rPr b="1" lang="en" sz="600" strike="noStrike" u="none">
                <a:solidFill>
                  <a:srgbClr val="334155"/>
                </a:solidFill>
                <a:uFillTx/>
                <a:latin typeface="Plus Jakarta Sans"/>
                <a:ea typeface="Plus Jakarta Sans"/>
              </a:rPr>
              <a:t>Range range(5)                                                ✓ Dict .items()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67" name="Google Shape;1727;p59" descr="image.png"/>
          <p:cNvPicPr/>
          <p:nvPr/>
        </p:nvPicPr>
        <p:blipFill>
          <a:blip r:embed="rId27"/>
          <a:stretch/>
        </p:blipFill>
        <p:spPr>
          <a:xfrm>
            <a:off x="3272400" y="3550320"/>
            <a:ext cx="56880" cy="5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8" name="Google Shape;1728;p59"/>
          <p:cNvSpPr/>
          <p:nvPr/>
        </p:nvSpPr>
        <p:spPr>
          <a:xfrm>
            <a:off x="6448320" y="1480680"/>
            <a:ext cx="496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9" name="Google Shape;1729;p59"/>
          <p:cNvSpPr/>
          <p:nvPr/>
        </p:nvSpPr>
        <p:spPr>
          <a:xfrm>
            <a:off x="6248160" y="1600560"/>
            <a:ext cx="5497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while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0" name="Google Shape;1730;p59"/>
          <p:cNvSpPr/>
          <p:nvPr/>
        </p:nvSpPr>
        <p:spPr>
          <a:xfrm>
            <a:off x="6798240" y="1600560"/>
            <a:ext cx="496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1" name="Google Shape;1731;p59"/>
          <p:cNvSpPr/>
          <p:nvPr/>
        </p:nvSpPr>
        <p:spPr>
          <a:xfrm>
            <a:off x="6334200" y="1720800"/>
            <a:ext cx="3639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2" name="Google Shape;1732;p59"/>
          <p:cNvSpPr/>
          <p:nvPr/>
        </p:nvSpPr>
        <p:spPr>
          <a:xfrm>
            <a:off x="6698520" y="1840680"/>
            <a:ext cx="496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3" name="Google Shape;1733;p59"/>
          <p:cNvSpPr/>
          <p:nvPr/>
        </p:nvSpPr>
        <p:spPr>
          <a:xfrm>
            <a:off x="6798240" y="1840680"/>
            <a:ext cx="11462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7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1 2 3 4 5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4" name="Google Shape;1734;p59"/>
          <p:cNvSpPr/>
          <p:nvPr/>
        </p:nvSpPr>
        <p:spPr>
          <a:xfrm>
            <a:off x="6334200" y="2612520"/>
            <a:ext cx="8784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ExtraBold"/>
                <a:ea typeface="Plus Jakarta Sans ExtraBold"/>
              </a:rPr>
              <a:t>Infinite Loop Warning: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5" name="Google Shape;1735;p59"/>
          <p:cNvSpPr/>
          <p:nvPr/>
        </p:nvSpPr>
        <p:spPr>
          <a:xfrm>
            <a:off x="6248160" y="3514680"/>
            <a:ext cx="92124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2563eb"/>
                </a:solidFill>
                <a:uFillTx/>
                <a:latin typeface="Plus Jakarta Sans ExtraBold"/>
                <a:ea typeface="Plus Jakarta Sans ExtraBold"/>
              </a:rPr>
              <a:t>FOR: Known sequence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6" name="Google Shape;1736;p59"/>
          <p:cNvSpPr/>
          <p:nvPr/>
        </p:nvSpPr>
        <p:spPr>
          <a:xfrm>
            <a:off x="7729560" y="3514680"/>
            <a:ext cx="10141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WHILE: Condition-based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77" name="Google Shape;1737;p59" descr="image.png"/>
          <p:cNvPicPr/>
          <p:nvPr/>
        </p:nvPicPr>
        <p:blipFill>
          <a:blip r:embed="rId28"/>
          <a:stretch/>
        </p:blipFill>
        <p:spPr>
          <a:xfrm>
            <a:off x="335880" y="77508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8" name="Google Shape;1738;p59" descr="image.png"/>
          <p:cNvPicPr/>
          <p:nvPr/>
        </p:nvPicPr>
        <p:blipFill>
          <a:blip r:embed="rId29"/>
          <a:stretch/>
        </p:blipFill>
        <p:spPr>
          <a:xfrm>
            <a:off x="432720" y="2097360"/>
            <a:ext cx="88920" cy="7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9" name="Google Shape;1739;p59" descr="image.png"/>
          <p:cNvPicPr/>
          <p:nvPr/>
        </p:nvPicPr>
        <p:blipFill>
          <a:blip r:embed="rId30"/>
          <a:stretch/>
        </p:blipFill>
        <p:spPr>
          <a:xfrm>
            <a:off x="1619280" y="2277720"/>
            <a:ext cx="56880" cy="7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0" name="Google Shape;1740;p59" descr="image.png"/>
          <p:cNvPicPr/>
          <p:nvPr/>
        </p:nvPicPr>
        <p:blipFill>
          <a:blip r:embed="rId31"/>
          <a:stretch/>
        </p:blipFill>
        <p:spPr>
          <a:xfrm>
            <a:off x="449640" y="2462760"/>
            <a:ext cx="68040" cy="5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1" name="Google Shape;1741;p59" descr="image.png"/>
          <p:cNvPicPr/>
          <p:nvPr/>
        </p:nvPicPr>
        <p:blipFill>
          <a:blip r:embed="rId32"/>
          <a:stretch/>
        </p:blipFill>
        <p:spPr>
          <a:xfrm>
            <a:off x="1619280" y="2627640"/>
            <a:ext cx="56880" cy="7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2" name="Google Shape;1742;p59" descr="image.png"/>
          <p:cNvPicPr/>
          <p:nvPr/>
        </p:nvPicPr>
        <p:blipFill>
          <a:blip r:embed="rId33"/>
          <a:stretch/>
        </p:blipFill>
        <p:spPr>
          <a:xfrm>
            <a:off x="459360" y="2799000"/>
            <a:ext cx="5688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3" name="Google Shape;1743;p59" descr="image.png"/>
          <p:cNvPicPr/>
          <p:nvPr/>
        </p:nvPicPr>
        <p:blipFill>
          <a:blip r:embed="rId34"/>
          <a:stretch/>
        </p:blipFill>
        <p:spPr>
          <a:xfrm>
            <a:off x="3259800" y="75384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4" name="Google Shape;1744;p59" descr="image.png"/>
          <p:cNvPicPr/>
          <p:nvPr/>
        </p:nvPicPr>
        <p:blipFill>
          <a:blip r:embed="rId35"/>
          <a:stretch/>
        </p:blipFill>
        <p:spPr>
          <a:xfrm>
            <a:off x="6184080" y="753840"/>
            <a:ext cx="106920" cy="10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749;p6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6" name="Google Shape;1750;p60" descr="image.png"/>
          <p:cNvPicPr/>
          <p:nvPr/>
        </p:nvPicPr>
        <p:blipFill>
          <a:blip r:embed="rId2"/>
          <a:stretch/>
        </p:blipFill>
        <p:spPr>
          <a:xfrm>
            <a:off x="257040" y="3957480"/>
            <a:ext cx="8629200" cy="9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7" name="Google Shape;1751;p60" descr="image.png"/>
          <p:cNvPicPr/>
          <p:nvPr/>
        </p:nvPicPr>
        <p:blipFill>
          <a:blip r:embed="rId3"/>
          <a:stretch/>
        </p:blipFill>
        <p:spPr>
          <a:xfrm>
            <a:off x="257040" y="657360"/>
            <a:ext cx="4904280" cy="132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8" name="Google Shape;1752;p60" descr="image.png"/>
          <p:cNvPicPr/>
          <p:nvPr/>
        </p:nvPicPr>
        <p:blipFill>
          <a:blip r:embed="rId4"/>
          <a:stretch/>
        </p:blipFill>
        <p:spPr>
          <a:xfrm>
            <a:off x="5261760" y="657360"/>
            <a:ext cx="3624840" cy="132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9" name="Google Shape;1753;p60" descr="image.png"/>
          <p:cNvPicPr/>
          <p:nvPr/>
        </p:nvPicPr>
        <p:blipFill>
          <a:blip r:embed="rId5"/>
          <a:stretch/>
        </p:blipFill>
        <p:spPr>
          <a:xfrm>
            <a:off x="257040" y="2468160"/>
            <a:ext cx="5117400" cy="9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0" name="Google Shape;1754;p60" descr="image.png"/>
          <p:cNvPicPr/>
          <p:nvPr/>
        </p:nvPicPr>
        <p:blipFill>
          <a:blip r:embed="rId6"/>
          <a:stretch/>
        </p:blipFill>
        <p:spPr>
          <a:xfrm>
            <a:off x="5474880" y="2468160"/>
            <a:ext cx="3411720" cy="9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1" name="Google Shape;1755;p60" descr="image.png"/>
          <p:cNvPicPr/>
          <p:nvPr/>
        </p:nvPicPr>
        <p:blipFill>
          <a:blip r:embed="rId7"/>
          <a:stretch/>
        </p:blipFill>
        <p:spPr>
          <a:xfrm>
            <a:off x="364320" y="4629240"/>
            <a:ext cx="841500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2" name="Google Shape;1756;p60" descr="image.png"/>
          <p:cNvPicPr/>
          <p:nvPr/>
        </p:nvPicPr>
        <p:blipFill>
          <a:blip r:embed="rId8"/>
          <a:stretch/>
        </p:blipFill>
        <p:spPr>
          <a:xfrm>
            <a:off x="378720" y="995400"/>
            <a:ext cx="4661280" cy="89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3" name="Google Shape;1757;p60" descr="image.png"/>
          <p:cNvPicPr/>
          <p:nvPr/>
        </p:nvPicPr>
        <p:blipFill>
          <a:blip r:embed="rId9"/>
          <a:stretch/>
        </p:blipFill>
        <p:spPr>
          <a:xfrm>
            <a:off x="5383080" y="927720"/>
            <a:ext cx="3381840" cy="95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4" name="Google Shape;1758;p60" descr="image.png"/>
          <p:cNvPicPr/>
          <p:nvPr/>
        </p:nvPicPr>
        <p:blipFill>
          <a:blip r:embed="rId10"/>
          <a:stretch/>
        </p:blipFill>
        <p:spPr>
          <a:xfrm>
            <a:off x="364320" y="4343400"/>
            <a:ext cx="20606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5" name="Google Shape;1759;p60" descr="image.png"/>
          <p:cNvPicPr/>
          <p:nvPr/>
        </p:nvPicPr>
        <p:blipFill>
          <a:blip r:embed="rId11"/>
          <a:stretch/>
        </p:blipFill>
        <p:spPr>
          <a:xfrm>
            <a:off x="2482560" y="4343400"/>
            <a:ext cx="20606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6" name="Google Shape;1760;p60" descr="image.png"/>
          <p:cNvPicPr/>
          <p:nvPr/>
        </p:nvPicPr>
        <p:blipFill>
          <a:blip r:embed="rId12"/>
          <a:stretch/>
        </p:blipFill>
        <p:spPr>
          <a:xfrm>
            <a:off x="4600440" y="4343400"/>
            <a:ext cx="20606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7" name="Google Shape;1761;p60" descr="image.png"/>
          <p:cNvPicPr/>
          <p:nvPr/>
        </p:nvPicPr>
        <p:blipFill>
          <a:blip r:embed="rId13"/>
          <a:stretch/>
        </p:blipFill>
        <p:spPr>
          <a:xfrm>
            <a:off x="6718680" y="4343400"/>
            <a:ext cx="20606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8" name="Google Shape;1762;p60" descr="image.png"/>
          <p:cNvPicPr/>
          <p:nvPr/>
        </p:nvPicPr>
        <p:blipFill>
          <a:blip r:embed="rId14"/>
          <a:stretch/>
        </p:blipFill>
        <p:spPr>
          <a:xfrm>
            <a:off x="6829560" y="235800"/>
            <a:ext cx="2057040" cy="2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9" name="Google Shape;1763;p60"/>
          <p:cNvSpPr/>
          <p:nvPr/>
        </p:nvSpPr>
        <p:spPr>
          <a:xfrm>
            <a:off x="257040" y="289440"/>
            <a:ext cx="402012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REAL-WORLD NESTED DATA &amp; RECAP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0" name="Google Shape;1764;p60"/>
          <p:cNvSpPr/>
          <p:nvPr/>
        </p:nvSpPr>
        <p:spPr>
          <a:xfrm>
            <a:off x="2893320" y="4077360"/>
            <a:ext cx="58860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Classroom Challenge: Evaluate Expression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students[1]["courses"][1]["score"]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01" name="Google Shape;1765;p60" descr="image.png"/>
          <p:cNvPicPr/>
          <p:nvPr/>
        </p:nvPicPr>
        <p:blipFill>
          <a:blip r:embed="rId15"/>
          <a:stretch/>
        </p:blipFill>
        <p:spPr>
          <a:xfrm>
            <a:off x="257040" y="171360"/>
            <a:ext cx="11736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2" name="Google Shape;1766;p60"/>
          <p:cNvSpPr/>
          <p:nvPr/>
        </p:nvSpPr>
        <p:spPr>
          <a:xfrm>
            <a:off x="378720" y="764280"/>
            <a:ext cx="466128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13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Real-World API / JSON Record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3" name="Google Shape;1767;p60"/>
          <p:cNvSpPr/>
          <p:nvPr/>
        </p:nvSpPr>
        <p:spPr>
          <a:xfrm>
            <a:off x="5383080" y="764280"/>
            <a:ext cx="33818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7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Hierarchy Tree Diagram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4" name="Google Shape;1768;p60"/>
          <p:cNvSpPr/>
          <p:nvPr/>
        </p:nvSpPr>
        <p:spPr>
          <a:xfrm>
            <a:off x="399960" y="2561040"/>
            <a:ext cx="485316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8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MENTAL ACCESS PIPELINE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5" name="Google Shape;1769;p60"/>
          <p:cNvSpPr/>
          <p:nvPr/>
        </p:nvSpPr>
        <p:spPr>
          <a:xfrm>
            <a:off x="399960" y="3088440"/>
            <a:ext cx="48531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34155"/>
                </a:solidFill>
                <a:uFillTx/>
                <a:latin typeface="Plus Jakarta Sans SemiBold"/>
                <a:ea typeface="Plus Jakarta Sans SemiBold"/>
              </a:rPr>
              <a:t>1. Start at outer structure → 2. Identify its container type → 3. Apply [index] for List or [key] for Dict → 4. Move 1 level deeper → 5. Repeat until value reached.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6" name="Google Shape;1770;p60"/>
          <p:cNvSpPr/>
          <p:nvPr/>
        </p:nvSpPr>
        <p:spPr>
          <a:xfrm>
            <a:off x="5617800" y="2561040"/>
            <a:ext cx="31471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8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dc2626"/>
                </a:solidFill>
                <a:uFillTx/>
                <a:latin typeface="Plus Jakarta Sans ExtraBold"/>
                <a:ea typeface="Plus Jakarta Sans ExtraBold"/>
              </a:rPr>
              <a:t>COMMON PITFALLS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7" name="Google Shape;1771;p60"/>
          <p:cNvSpPr/>
          <p:nvPr/>
        </p:nvSpPr>
        <p:spPr>
          <a:xfrm>
            <a:off x="5607000" y="2826720"/>
            <a:ext cx="314712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6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SemiBold"/>
                <a:ea typeface="Plus Jakarta Sans SemiBold"/>
              </a:rPr>
              <a:t>• </a:t>
            </a: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SemiBold"/>
                <a:ea typeface="Plus Jakarta Sans SemiBold"/>
              </a:rPr>
              <a:t>Using string key on a List → </a:t>
            </a:r>
            <a:r>
              <a:rPr b="0" lang="en" sz="600" strike="noStrike" u="none">
                <a:solidFill>
                  <a:srgbClr val="dc2626"/>
                </a:solidFill>
                <a:uFillTx/>
                <a:latin typeface="Plus Jakarta Sans SemiBold"/>
                <a:ea typeface="Plus Jakarta Sans SemiBold"/>
              </a:rPr>
              <a:t>TypeError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64000"/>
              </a:lnSpc>
              <a:tabLst>
                <a:tab algn="l" pos="0"/>
              </a:tabLst>
            </a:pPr>
            <a:br>
              <a:rPr sz="1400"/>
            </a:b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SemiBold"/>
                <a:ea typeface="Plus Jakarta Sans SemiBold"/>
              </a:rPr>
              <a:t> • </a:t>
            </a: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SemiBold"/>
                <a:ea typeface="Plus Jakarta Sans SemiBold"/>
              </a:rPr>
              <a:t>Using numeric index on a Dict → </a:t>
            </a:r>
            <a:r>
              <a:rPr b="0" lang="en" sz="600" strike="noStrike" u="none">
                <a:solidFill>
                  <a:srgbClr val="dc2626"/>
                </a:solidFill>
                <a:uFillTx/>
                <a:latin typeface="Plus Jakarta Sans SemiBold"/>
                <a:ea typeface="Plus Jakarta Sans SemiBold"/>
              </a:rPr>
              <a:t>KeyError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64000"/>
              </a:lnSpc>
              <a:tabLst>
                <a:tab algn="l" pos="0"/>
              </a:tabLst>
            </a:pPr>
            <a:br>
              <a:rPr sz="1400"/>
            </a:b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SemiBold"/>
                <a:ea typeface="Plus Jakarta Sans SemiBold"/>
              </a:rPr>
              <a:t> • </a:t>
            </a:r>
            <a:r>
              <a:rPr b="0" lang="en" sz="600" strike="noStrike" u="none">
                <a:solidFill>
                  <a:srgbClr val="991b1b"/>
                </a:solidFill>
                <a:uFillTx/>
                <a:latin typeface="Plus Jakarta Sans SemiBold"/>
                <a:ea typeface="Plus Jakarta Sans SemiBold"/>
              </a:rPr>
              <a:t>Confusing order: st[1]["courses"] vs st["courses"][1]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8" name="Google Shape;1772;p60"/>
          <p:cNvSpPr/>
          <p:nvPr/>
        </p:nvSpPr>
        <p:spPr>
          <a:xfrm>
            <a:off x="442800" y="4675680"/>
            <a:ext cx="40003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Reasoning: students[1] (Riya) → ["courses"] (List) → [1] (SQL Dict) → ["score"]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09" name="Google Shape;1773;p60" descr="image.png"/>
          <p:cNvPicPr/>
          <p:nvPr/>
        </p:nvPicPr>
        <p:blipFill>
          <a:blip r:embed="rId16"/>
          <a:stretch/>
        </p:blipFill>
        <p:spPr>
          <a:xfrm>
            <a:off x="8279640" y="4664880"/>
            <a:ext cx="42120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0" name="Google Shape;1774;p60" descr="image.png"/>
          <p:cNvPicPr/>
          <p:nvPr/>
        </p:nvPicPr>
        <p:blipFill>
          <a:blip r:embed="rId17"/>
          <a:stretch/>
        </p:blipFill>
        <p:spPr>
          <a:xfrm>
            <a:off x="378720" y="785880"/>
            <a:ext cx="120960" cy="9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1" name="Google Shape;1775;p60"/>
          <p:cNvSpPr/>
          <p:nvPr/>
        </p:nvSpPr>
        <p:spPr>
          <a:xfrm>
            <a:off x="542880" y="115344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"name"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2" name="Google Shape;1776;p60"/>
          <p:cNvSpPr/>
          <p:nvPr/>
        </p:nvSpPr>
        <p:spPr>
          <a:xfrm>
            <a:off x="942840" y="1153440"/>
            <a:ext cx="49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"TechCorp"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3" name="Google Shape;1777;p60"/>
          <p:cNvSpPr/>
          <p:nvPr/>
        </p:nvSpPr>
        <p:spPr>
          <a:xfrm>
            <a:off x="542880" y="1268280"/>
            <a:ext cx="54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"employees"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4" name="Google Shape;1778;p60"/>
          <p:cNvSpPr/>
          <p:nvPr/>
        </p:nvSpPr>
        <p:spPr>
          <a:xfrm>
            <a:off x="693000" y="138312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"name"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5" name="Google Shape;1779;p60"/>
          <p:cNvSpPr/>
          <p:nvPr/>
        </p:nvSpPr>
        <p:spPr>
          <a:xfrm>
            <a:off x="1092960" y="1383120"/>
            <a:ext cx="349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"Arjun"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6" name="Google Shape;1780;p60"/>
          <p:cNvSpPr/>
          <p:nvPr/>
        </p:nvSpPr>
        <p:spPr>
          <a:xfrm>
            <a:off x="1542960" y="1383120"/>
            <a:ext cx="3996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"skills"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7" name="Google Shape;1781;p60"/>
          <p:cNvSpPr/>
          <p:nvPr/>
        </p:nvSpPr>
        <p:spPr>
          <a:xfrm>
            <a:off x="2093040" y="1383120"/>
            <a:ext cx="3996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"Python"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8" name="Google Shape;1782;p60"/>
          <p:cNvSpPr/>
          <p:nvPr/>
        </p:nvSpPr>
        <p:spPr>
          <a:xfrm>
            <a:off x="2593080" y="138312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"SQL"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9" name="Google Shape;1783;p60"/>
          <p:cNvSpPr/>
          <p:nvPr/>
        </p:nvSpPr>
        <p:spPr>
          <a:xfrm>
            <a:off x="693000" y="149832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"name"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0" name="Google Shape;1784;p60"/>
          <p:cNvSpPr/>
          <p:nvPr/>
        </p:nvSpPr>
        <p:spPr>
          <a:xfrm>
            <a:off x="1092960" y="149832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"Riya"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1" name="Google Shape;1785;p60"/>
          <p:cNvSpPr/>
          <p:nvPr/>
        </p:nvSpPr>
        <p:spPr>
          <a:xfrm>
            <a:off x="1492920" y="1498320"/>
            <a:ext cx="3996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"skills"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2" name="Google Shape;1786;p60"/>
          <p:cNvSpPr/>
          <p:nvPr/>
        </p:nvSpPr>
        <p:spPr>
          <a:xfrm>
            <a:off x="2043000" y="149832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"Java"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3" name="Google Shape;1787;p60"/>
          <p:cNvSpPr/>
          <p:nvPr/>
        </p:nvSpPr>
        <p:spPr>
          <a:xfrm>
            <a:off x="2443320" y="149832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"AWS"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24" name="Google Shape;1788;p60" descr="image.png"/>
          <p:cNvPicPr/>
          <p:nvPr/>
        </p:nvPicPr>
        <p:blipFill>
          <a:blip r:embed="rId18"/>
          <a:stretch/>
        </p:blipFill>
        <p:spPr>
          <a:xfrm>
            <a:off x="5383080" y="785880"/>
            <a:ext cx="106920" cy="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5" name="Google Shape;1789;p60" descr="image.png"/>
          <p:cNvPicPr/>
          <p:nvPr/>
        </p:nvPicPr>
        <p:blipFill>
          <a:blip r:embed="rId19"/>
          <a:stretch/>
        </p:blipFill>
        <p:spPr>
          <a:xfrm>
            <a:off x="399960" y="2575440"/>
            <a:ext cx="925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6" name="Google Shape;1790;p60" descr="image.png"/>
          <p:cNvPicPr/>
          <p:nvPr/>
        </p:nvPicPr>
        <p:blipFill>
          <a:blip r:embed="rId20"/>
          <a:stretch/>
        </p:blipFill>
        <p:spPr>
          <a:xfrm>
            <a:off x="5617800" y="2575440"/>
            <a:ext cx="9252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7" name="Google Shape;1791;p60" descr="image.png"/>
          <p:cNvPicPr/>
          <p:nvPr/>
        </p:nvPicPr>
        <p:blipFill>
          <a:blip r:embed="rId21"/>
          <a:stretch/>
        </p:blipFill>
        <p:spPr>
          <a:xfrm>
            <a:off x="364320" y="4107600"/>
            <a:ext cx="99720" cy="9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Google Shape;1796;p6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9" name="Google Shape;1797;p61" descr="image.png"/>
          <p:cNvPicPr/>
          <p:nvPr/>
        </p:nvPicPr>
        <p:blipFill>
          <a:blip r:embed="rId2"/>
          <a:stretch/>
        </p:blipFill>
        <p:spPr>
          <a:xfrm>
            <a:off x="228600" y="4614840"/>
            <a:ext cx="86864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0" name="Google Shape;1798;p61" descr="image.png"/>
          <p:cNvPicPr/>
          <p:nvPr/>
        </p:nvPicPr>
        <p:blipFill>
          <a:blip r:embed="rId3"/>
          <a:stretch/>
        </p:blipFill>
        <p:spPr>
          <a:xfrm>
            <a:off x="228600" y="614520"/>
            <a:ext cx="4300200" cy="15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1" name="Google Shape;1799;p61" descr="image.png"/>
          <p:cNvPicPr/>
          <p:nvPr/>
        </p:nvPicPr>
        <p:blipFill>
          <a:blip r:embed="rId4"/>
          <a:stretch/>
        </p:blipFill>
        <p:spPr>
          <a:xfrm>
            <a:off x="4614840" y="614520"/>
            <a:ext cx="4300200" cy="15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2" name="Google Shape;1800;p61" descr="image.png"/>
          <p:cNvPicPr/>
          <p:nvPr/>
        </p:nvPicPr>
        <p:blipFill>
          <a:blip r:embed="rId5"/>
          <a:stretch/>
        </p:blipFill>
        <p:spPr>
          <a:xfrm>
            <a:off x="228600" y="2222640"/>
            <a:ext cx="4300200" cy="15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3" name="Google Shape;1801;p61" descr="image.png"/>
          <p:cNvPicPr/>
          <p:nvPr/>
        </p:nvPicPr>
        <p:blipFill>
          <a:blip r:embed="rId6"/>
          <a:stretch/>
        </p:blipFill>
        <p:spPr>
          <a:xfrm>
            <a:off x="4614840" y="2228760"/>
            <a:ext cx="4300200" cy="15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4" name="Google Shape;1802;p61" descr="image.png"/>
          <p:cNvPicPr/>
          <p:nvPr/>
        </p:nvPicPr>
        <p:blipFill>
          <a:blip r:embed="rId7"/>
          <a:stretch/>
        </p:blipFill>
        <p:spPr>
          <a:xfrm>
            <a:off x="335880" y="1215720"/>
            <a:ext cx="4086000" cy="31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5" name="Google Shape;1803;p61" descr="image.png"/>
          <p:cNvPicPr/>
          <p:nvPr/>
        </p:nvPicPr>
        <p:blipFill>
          <a:blip r:embed="rId8"/>
          <a:stretch/>
        </p:blipFill>
        <p:spPr>
          <a:xfrm>
            <a:off x="335880" y="1836000"/>
            <a:ext cx="408600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6" name="Google Shape;1804;p61" descr="image.png"/>
          <p:cNvPicPr/>
          <p:nvPr/>
        </p:nvPicPr>
        <p:blipFill>
          <a:blip r:embed="rId9"/>
          <a:stretch/>
        </p:blipFill>
        <p:spPr>
          <a:xfrm>
            <a:off x="335880" y="3486240"/>
            <a:ext cx="408600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7" name="Google Shape;1805;p61" descr="image.png"/>
          <p:cNvPicPr/>
          <p:nvPr/>
        </p:nvPicPr>
        <p:blipFill>
          <a:blip r:embed="rId10"/>
          <a:stretch/>
        </p:blipFill>
        <p:spPr>
          <a:xfrm>
            <a:off x="4722120" y="3529080"/>
            <a:ext cx="4086000" cy="13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8" name="Google Shape;1806;p61" descr="image.png"/>
          <p:cNvPicPr/>
          <p:nvPr/>
        </p:nvPicPr>
        <p:blipFill>
          <a:blip r:embed="rId11"/>
          <a:stretch/>
        </p:blipFill>
        <p:spPr>
          <a:xfrm>
            <a:off x="4722120" y="1537560"/>
            <a:ext cx="2021400" cy="51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9" name="Google Shape;1807;p61" descr="image.png"/>
          <p:cNvPicPr/>
          <p:nvPr/>
        </p:nvPicPr>
        <p:blipFill>
          <a:blip r:embed="rId12"/>
          <a:stretch/>
        </p:blipFill>
        <p:spPr>
          <a:xfrm>
            <a:off x="6786720" y="1537560"/>
            <a:ext cx="2021400" cy="51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0" name="Google Shape;1808;p61" descr="image.png"/>
          <p:cNvPicPr/>
          <p:nvPr/>
        </p:nvPicPr>
        <p:blipFill>
          <a:blip r:embed="rId13"/>
          <a:stretch/>
        </p:blipFill>
        <p:spPr>
          <a:xfrm>
            <a:off x="335880" y="2825280"/>
            <a:ext cx="9997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1" name="Google Shape;1809;p61" descr="image.png"/>
          <p:cNvPicPr/>
          <p:nvPr/>
        </p:nvPicPr>
        <p:blipFill>
          <a:blip r:embed="rId14"/>
          <a:stretch/>
        </p:blipFill>
        <p:spPr>
          <a:xfrm>
            <a:off x="1364400" y="2825280"/>
            <a:ext cx="9997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2" name="Google Shape;1810;p61" descr="image.png"/>
          <p:cNvPicPr/>
          <p:nvPr/>
        </p:nvPicPr>
        <p:blipFill>
          <a:blip r:embed="rId15"/>
          <a:stretch/>
        </p:blipFill>
        <p:spPr>
          <a:xfrm>
            <a:off x="2393280" y="2825280"/>
            <a:ext cx="9997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3" name="Google Shape;1811;p61" descr="image.png"/>
          <p:cNvPicPr/>
          <p:nvPr/>
        </p:nvPicPr>
        <p:blipFill>
          <a:blip r:embed="rId16"/>
          <a:stretch/>
        </p:blipFill>
        <p:spPr>
          <a:xfrm>
            <a:off x="3421800" y="2825280"/>
            <a:ext cx="999720" cy="30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4" name="Google Shape;1812;p61" descr="image.png"/>
          <p:cNvPicPr/>
          <p:nvPr/>
        </p:nvPicPr>
        <p:blipFill>
          <a:blip r:embed="rId17"/>
          <a:stretch/>
        </p:blipFill>
        <p:spPr>
          <a:xfrm>
            <a:off x="4772160" y="1737360"/>
            <a:ext cx="1921320" cy="27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5" name="Google Shape;1813;p61" descr="image.png"/>
          <p:cNvPicPr/>
          <p:nvPr/>
        </p:nvPicPr>
        <p:blipFill>
          <a:blip r:embed="rId18"/>
          <a:stretch/>
        </p:blipFill>
        <p:spPr>
          <a:xfrm>
            <a:off x="6836400" y="1737360"/>
            <a:ext cx="1921320" cy="27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6" name="Google Shape;1814;p61" descr="image.png"/>
          <p:cNvPicPr/>
          <p:nvPr/>
        </p:nvPicPr>
        <p:blipFill>
          <a:blip r:embed="rId19"/>
          <a:stretch/>
        </p:blipFill>
        <p:spPr>
          <a:xfrm>
            <a:off x="6279480" y="232200"/>
            <a:ext cx="263556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7" name="Google Shape;1815;p61"/>
          <p:cNvSpPr/>
          <p:nvPr/>
        </p:nvSpPr>
        <p:spPr>
          <a:xfrm>
            <a:off x="228600" y="275400"/>
            <a:ext cx="41778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LOOP CONTROL &amp; DATA MANIPULATION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8" name="Google Shape;1816;p61"/>
          <p:cNvSpPr/>
          <p:nvPr/>
        </p:nvSpPr>
        <p:spPr>
          <a:xfrm>
            <a:off x="349920" y="4736160"/>
            <a:ext cx="162144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8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QUICK MANIPULATION SUMMARY: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9" name="Google Shape;1817;p61"/>
          <p:cNvSpPr/>
          <p:nvPr/>
        </p:nvSpPr>
        <p:spPr>
          <a:xfrm>
            <a:off x="4829040" y="4722120"/>
            <a:ext cx="39643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1d4ed8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1d4ed8"/>
                </a:solidFill>
                <a:uFillTx/>
                <a:latin typeface="Plus Jakarta Sans"/>
                <a:ea typeface="Plus Jakarta Sans"/>
              </a:rPr>
              <a:t>ADD: append() / insert()  </a:t>
            </a: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   </a:t>
            </a:r>
            <a:r>
              <a:rPr b="1" lang="en" sz="7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 REMOVE: remove() / pop()       </a:t>
            </a: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 TRANSFORM: upper() / replace()</a:t>
            </a:r>
            <a:r>
              <a:rPr b="1" lang="en" sz="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</a:t>
            </a:r>
            <a:r>
              <a:rPr b="1" lang="en" sz="700" strike="noStrike" u="none">
                <a:solidFill>
                  <a:srgbClr val="6d28d9"/>
                </a:solidFill>
                <a:uFillTx/>
                <a:latin typeface="Plus Jakarta Sans"/>
                <a:ea typeface="Plus Jakarta Sans"/>
              </a:rPr>
              <a:t> SPLIT: split()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50" name="Google Shape;1818;p61" descr="image.png"/>
          <p:cNvPicPr/>
          <p:nvPr/>
        </p:nvPicPr>
        <p:blipFill>
          <a:blip r:embed="rId20"/>
          <a:stretch/>
        </p:blipFill>
        <p:spPr>
          <a:xfrm>
            <a:off x="228600" y="166680"/>
            <a:ext cx="103320" cy="8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1" name="Google Shape;1819;p61"/>
          <p:cNvSpPr/>
          <p:nvPr/>
        </p:nvSpPr>
        <p:spPr>
          <a:xfrm>
            <a:off x="658080" y="721440"/>
            <a:ext cx="25498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01.  range(start, stop, step)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2" name="Google Shape;1820;p61"/>
          <p:cNvSpPr/>
          <p:nvPr/>
        </p:nvSpPr>
        <p:spPr>
          <a:xfrm>
            <a:off x="4997160" y="728640"/>
            <a:ext cx="28573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02.  break vs continue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3" name="Google Shape;1821;p61"/>
          <p:cNvSpPr/>
          <p:nvPr/>
        </p:nvSpPr>
        <p:spPr>
          <a:xfrm>
            <a:off x="751320" y="2369880"/>
            <a:ext cx="21283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03.  LIST MANIPULATION (MUTABLE)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4" name="Google Shape;1822;p61"/>
          <p:cNvSpPr/>
          <p:nvPr/>
        </p:nvSpPr>
        <p:spPr>
          <a:xfrm>
            <a:off x="5007600" y="2352600"/>
            <a:ext cx="3101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04.  STRING MANIPULATION (IMMUTABLE)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55" name="Google Shape;1823;p61" descr="image.png"/>
          <p:cNvPicPr/>
          <p:nvPr/>
        </p:nvPicPr>
        <p:blipFill>
          <a:blip r:embed="rId21"/>
          <a:stretch/>
        </p:blipFill>
        <p:spPr>
          <a:xfrm>
            <a:off x="323280" y="4741920"/>
            <a:ext cx="92520" cy="8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6" name="Google Shape;1824;p61" descr="image.png"/>
          <p:cNvPicPr/>
          <p:nvPr/>
        </p:nvPicPr>
        <p:blipFill>
          <a:blip r:embed="rId22"/>
          <a:stretch/>
        </p:blipFill>
        <p:spPr>
          <a:xfrm>
            <a:off x="3550320" y="721440"/>
            <a:ext cx="87120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7" name="Google Shape;1825;p61"/>
          <p:cNvSpPr/>
          <p:nvPr/>
        </p:nvSpPr>
        <p:spPr>
          <a:xfrm>
            <a:off x="399960" y="1251720"/>
            <a:ext cx="1998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8" name="Google Shape;1826;p61"/>
          <p:cNvSpPr/>
          <p:nvPr/>
        </p:nvSpPr>
        <p:spPr>
          <a:xfrm>
            <a:off x="700200" y="1251720"/>
            <a:ext cx="1497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9" name="Google Shape;1827;p61"/>
          <p:cNvSpPr/>
          <p:nvPr/>
        </p:nvSpPr>
        <p:spPr>
          <a:xfrm>
            <a:off x="830520" y="1251720"/>
            <a:ext cx="321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range 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0" name="Google Shape;1828;p61"/>
          <p:cNvSpPr/>
          <p:nvPr/>
        </p:nvSpPr>
        <p:spPr>
          <a:xfrm>
            <a:off x="1150200" y="1251720"/>
            <a:ext cx="496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1" name="Google Shape;1829;p61"/>
          <p:cNvSpPr/>
          <p:nvPr/>
        </p:nvSpPr>
        <p:spPr>
          <a:xfrm>
            <a:off x="1300320" y="1251720"/>
            <a:ext cx="997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10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2" name="Google Shape;1830;p61"/>
          <p:cNvSpPr/>
          <p:nvPr/>
        </p:nvSpPr>
        <p:spPr>
          <a:xfrm>
            <a:off x="1500120" y="1251720"/>
            <a:ext cx="496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3" name="Google Shape;1831;p61"/>
          <p:cNvSpPr/>
          <p:nvPr/>
        </p:nvSpPr>
        <p:spPr>
          <a:xfrm>
            <a:off x="600120" y="1371600"/>
            <a:ext cx="3218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7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4" name="Google Shape;1832;p61"/>
          <p:cNvSpPr/>
          <p:nvPr/>
        </p:nvSpPr>
        <p:spPr>
          <a:xfrm>
            <a:off x="1250280" y="1371600"/>
            <a:ext cx="1998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 "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5" name="Google Shape;1833;p61"/>
          <p:cNvSpPr/>
          <p:nvPr/>
        </p:nvSpPr>
        <p:spPr>
          <a:xfrm>
            <a:off x="1500120" y="1371600"/>
            <a:ext cx="137952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7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1 3 5 7 9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6" name="Google Shape;1834;p61"/>
          <p:cNvSpPr/>
          <p:nvPr/>
        </p:nvSpPr>
        <p:spPr>
          <a:xfrm>
            <a:off x="399960" y="1871640"/>
            <a:ext cx="12999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Tip: range(5) yields 0, 1, 2, 3, 4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7" name="Google Shape;1835;p61"/>
          <p:cNvSpPr/>
          <p:nvPr/>
        </p:nvSpPr>
        <p:spPr>
          <a:xfrm>
            <a:off x="3086280" y="1889640"/>
            <a:ext cx="1271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Generates numbers on demand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68" name="Google Shape;1836;p61" descr="image.png"/>
          <p:cNvPicPr/>
          <p:nvPr/>
        </p:nvPicPr>
        <p:blipFill>
          <a:blip r:embed="rId23"/>
          <a:stretch/>
        </p:blipFill>
        <p:spPr>
          <a:xfrm>
            <a:off x="8022600" y="728640"/>
            <a:ext cx="78552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9" name="Google Shape;1837;p61" descr="image.png"/>
          <p:cNvPicPr/>
          <p:nvPr/>
        </p:nvPicPr>
        <p:blipFill>
          <a:blip r:embed="rId24"/>
          <a:stretch/>
        </p:blipFill>
        <p:spPr>
          <a:xfrm>
            <a:off x="3629160" y="2343240"/>
            <a:ext cx="79272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0" name="Google Shape;1838;p61" descr="image.png"/>
          <p:cNvPicPr/>
          <p:nvPr/>
        </p:nvPicPr>
        <p:blipFill>
          <a:blip r:embed="rId25"/>
          <a:stretch/>
        </p:blipFill>
        <p:spPr>
          <a:xfrm>
            <a:off x="8222400" y="2343240"/>
            <a:ext cx="585360" cy="12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1" name="Google Shape;1839;p61" descr="image.png"/>
          <p:cNvPicPr/>
          <p:nvPr/>
        </p:nvPicPr>
        <p:blipFill>
          <a:blip r:embed="rId26"/>
          <a:stretch/>
        </p:blipFill>
        <p:spPr>
          <a:xfrm>
            <a:off x="4722120" y="2793240"/>
            <a:ext cx="202860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2" name="Google Shape;1840;p61" descr="image.png"/>
          <p:cNvPicPr/>
          <p:nvPr/>
        </p:nvPicPr>
        <p:blipFill>
          <a:blip r:embed="rId27"/>
          <a:stretch/>
        </p:blipFill>
        <p:spPr>
          <a:xfrm>
            <a:off x="6779520" y="2793240"/>
            <a:ext cx="202860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3" name="Google Shape;1841;p61" descr="image.png"/>
          <p:cNvPicPr/>
          <p:nvPr/>
        </p:nvPicPr>
        <p:blipFill>
          <a:blip r:embed="rId28"/>
          <a:stretch/>
        </p:blipFill>
        <p:spPr>
          <a:xfrm>
            <a:off x="4722120" y="3014640"/>
            <a:ext cx="202860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4" name="Google Shape;1842;p61" descr="image.png"/>
          <p:cNvPicPr/>
          <p:nvPr/>
        </p:nvPicPr>
        <p:blipFill>
          <a:blip r:embed="rId29"/>
          <a:stretch/>
        </p:blipFill>
        <p:spPr>
          <a:xfrm>
            <a:off x="4736160" y="4729320"/>
            <a:ext cx="781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5" name="Google Shape;1843;p61" descr="image.png"/>
          <p:cNvPicPr/>
          <p:nvPr/>
        </p:nvPicPr>
        <p:blipFill>
          <a:blip r:embed="rId30"/>
          <a:stretch/>
        </p:blipFill>
        <p:spPr>
          <a:xfrm>
            <a:off x="5914440" y="4728960"/>
            <a:ext cx="6480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6" name="Google Shape;1844;p61" descr="image.png"/>
          <p:cNvPicPr/>
          <p:nvPr/>
        </p:nvPicPr>
        <p:blipFill>
          <a:blip r:embed="rId31"/>
          <a:stretch/>
        </p:blipFill>
        <p:spPr>
          <a:xfrm>
            <a:off x="7194960" y="4729320"/>
            <a:ext cx="853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7" name="Google Shape;1845;p61" descr="image.png"/>
          <p:cNvPicPr/>
          <p:nvPr/>
        </p:nvPicPr>
        <p:blipFill>
          <a:blip r:embed="rId32"/>
          <a:stretch/>
        </p:blipFill>
        <p:spPr>
          <a:xfrm>
            <a:off x="4725720" y="4850640"/>
            <a:ext cx="853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8" name="Google Shape;1846;p61" descr="image.png"/>
          <p:cNvPicPr/>
          <p:nvPr/>
        </p:nvPicPr>
        <p:blipFill>
          <a:blip r:embed="rId33"/>
          <a:stretch/>
        </p:blipFill>
        <p:spPr>
          <a:xfrm>
            <a:off x="335880" y="767880"/>
            <a:ext cx="120960" cy="1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9" name="Google Shape;1847;p61" descr="image.png"/>
          <p:cNvPicPr/>
          <p:nvPr/>
        </p:nvPicPr>
        <p:blipFill>
          <a:blip r:embed="rId34"/>
          <a:stretch/>
        </p:blipFill>
        <p:spPr>
          <a:xfrm>
            <a:off x="4722120" y="74304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0" name="Google Shape;1848;p61"/>
          <p:cNvSpPr/>
          <p:nvPr/>
        </p:nvSpPr>
        <p:spPr>
          <a:xfrm>
            <a:off x="4772160" y="1616040"/>
            <a:ext cx="117828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dc2626"/>
                </a:solidFill>
                <a:uFillTx/>
                <a:latin typeface="Plus Jakarta Sans ExtraBold"/>
                <a:ea typeface="Plus Jakarta Sans ExtraBold"/>
              </a:rPr>
              <a:t>break (Exit Loop)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1" name="Google Shape;1849;p61"/>
          <p:cNvSpPr/>
          <p:nvPr/>
        </p:nvSpPr>
        <p:spPr>
          <a:xfrm>
            <a:off x="6836400" y="1616040"/>
            <a:ext cx="7927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b45309"/>
                </a:solidFill>
                <a:uFillTx/>
                <a:latin typeface="Plus Jakarta Sans ExtraBold"/>
                <a:ea typeface="Plus Jakarta Sans ExtraBold"/>
              </a:rPr>
              <a:t>continue (Skip Step)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82" name="Google Shape;1850;p61" descr="image.png"/>
          <p:cNvPicPr/>
          <p:nvPr/>
        </p:nvPicPr>
        <p:blipFill>
          <a:blip r:embed="rId35"/>
          <a:stretch/>
        </p:blipFill>
        <p:spPr>
          <a:xfrm>
            <a:off x="335880" y="2357280"/>
            <a:ext cx="1069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3" name="Google Shape;1851;p61"/>
          <p:cNvSpPr/>
          <p:nvPr/>
        </p:nvSpPr>
        <p:spPr>
          <a:xfrm>
            <a:off x="364320" y="3018240"/>
            <a:ext cx="9424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Adds to end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4" name="Google Shape;1852;p61"/>
          <p:cNvSpPr/>
          <p:nvPr/>
        </p:nvSpPr>
        <p:spPr>
          <a:xfrm>
            <a:off x="1393200" y="3018240"/>
            <a:ext cx="9424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At index i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5" name="Google Shape;1853;p61"/>
          <p:cNvSpPr/>
          <p:nvPr/>
        </p:nvSpPr>
        <p:spPr>
          <a:xfrm>
            <a:off x="2421720" y="3018240"/>
            <a:ext cx="9424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dc2626"/>
                </a:solidFill>
                <a:uFillTx/>
                <a:latin typeface="Plus Jakarta Sans"/>
                <a:ea typeface="Plus Jakarta Sans"/>
              </a:rPr>
              <a:t>By value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6" name="Google Shape;1854;p61"/>
          <p:cNvSpPr/>
          <p:nvPr/>
        </p:nvSpPr>
        <p:spPr>
          <a:xfrm>
            <a:off x="3450600" y="3018240"/>
            <a:ext cx="9424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By index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87" name="Google Shape;1855;p61" descr="image.png"/>
          <p:cNvPicPr/>
          <p:nvPr/>
        </p:nvPicPr>
        <p:blipFill>
          <a:blip r:embed="rId36"/>
          <a:stretch/>
        </p:blipFill>
        <p:spPr>
          <a:xfrm>
            <a:off x="4722120" y="2357280"/>
            <a:ext cx="92520" cy="1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8" name="Google Shape;1856;p61"/>
          <p:cNvSpPr/>
          <p:nvPr/>
        </p:nvSpPr>
        <p:spPr>
          <a:xfrm>
            <a:off x="4822200" y="176616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if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9" name="Google Shape;1857;p61"/>
          <p:cNvSpPr/>
          <p:nvPr/>
        </p:nvSpPr>
        <p:spPr>
          <a:xfrm>
            <a:off x="5222160" y="1766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0" name="Google Shape;1858;p61"/>
          <p:cNvSpPr/>
          <p:nvPr/>
        </p:nvSpPr>
        <p:spPr>
          <a:xfrm>
            <a:off x="5372280" y="176616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break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1" name="Google Shape;1859;p61"/>
          <p:cNvSpPr/>
          <p:nvPr/>
        </p:nvSpPr>
        <p:spPr>
          <a:xfrm>
            <a:off x="4822200" y="1875960"/>
            <a:ext cx="69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6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1, 2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2" name="Google Shape;1860;p61"/>
          <p:cNvSpPr/>
          <p:nvPr/>
        </p:nvSpPr>
        <p:spPr>
          <a:xfrm>
            <a:off x="6886440" y="176616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if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3" name="Google Shape;1861;p61"/>
          <p:cNvSpPr/>
          <p:nvPr/>
        </p:nvSpPr>
        <p:spPr>
          <a:xfrm>
            <a:off x="7286760" y="1766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4" name="Google Shape;1862;p61"/>
          <p:cNvSpPr/>
          <p:nvPr/>
        </p:nvSpPr>
        <p:spPr>
          <a:xfrm>
            <a:off x="7436520" y="1766160"/>
            <a:ext cx="3996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continue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5" name="Google Shape;1863;p61"/>
          <p:cNvSpPr/>
          <p:nvPr/>
        </p:nvSpPr>
        <p:spPr>
          <a:xfrm>
            <a:off x="6886440" y="1875960"/>
            <a:ext cx="9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6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1, 2, 4, 5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868;p6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7" name="Google Shape;1869;p62" descr="image.png"/>
          <p:cNvPicPr/>
          <p:nvPr/>
        </p:nvPicPr>
        <p:blipFill>
          <a:blip r:embed="rId2"/>
          <a:stretch/>
        </p:blipFill>
        <p:spPr>
          <a:xfrm>
            <a:off x="228600" y="4079160"/>
            <a:ext cx="8686440" cy="89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8" name="Google Shape;1870;p62" descr="image.png"/>
          <p:cNvPicPr/>
          <p:nvPr/>
        </p:nvPicPr>
        <p:blipFill>
          <a:blip r:embed="rId3"/>
          <a:stretch/>
        </p:blipFill>
        <p:spPr>
          <a:xfrm>
            <a:off x="228600" y="614520"/>
            <a:ext cx="473004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9" name="Google Shape;1871;p62" descr="image.png"/>
          <p:cNvPicPr/>
          <p:nvPr/>
        </p:nvPicPr>
        <p:blipFill>
          <a:blip r:embed="rId4"/>
          <a:stretch/>
        </p:blipFill>
        <p:spPr>
          <a:xfrm>
            <a:off x="5044680" y="614520"/>
            <a:ext cx="387036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0" name="Google Shape;1872;p62" descr="image.png"/>
          <p:cNvPicPr/>
          <p:nvPr/>
        </p:nvPicPr>
        <p:blipFill>
          <a:blip r:embed="rId5"/>
          <a:stretch/>
        </p:blipFill>
        <p:spPr>
          <a:xfrm>
            <a:off x="228600" y="2471760"/>
            <a:ext cx="430020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1" name="Google Shape;1873;p62" descr="image.png"/>
          <p:cNvPicPr/>
          <p:nvPr/>
        </p:nvPicPr>
        <p:blipFill>
          <a:blip r:embed="rId6"/>
          <a:stretch/>
        </p:blipFill>
        <p:spPr>
          <a:xfrm>
            <a:off x="4614840" y="2471760"/>
            <a:ext cx="430020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2" name="Google Shape;1874;p62" descr="image.png"/>
          <p:cNvPicPr/>
          <p:nvPr/>
        </p:nvPicPr>
        <p:blipFill>
          <a:blip r:embed="rId7"/>
          <a:stretch/>
        </p:blipFill>
        <p:spPr>
          <a:xfrm>
            <a:off x="335880" y="4700520"/>
            <a:ext cx="8472240" cy="2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3" name="Google Shape;1875;p62" descr="image.png"/>
          <p:cNvPicPr/>
          <p:nvPr/>
        </p:nvPicPr>
        <p:blipFill>
          <a:blip r:embed="rId8"/>
          <a:stretch/>
        </p:blipFill>
        <p:spPr>
          <a:xfrm>
            <a:off x="335880" y="1188720"/>
            <a:ext cx="4515840" cy="3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4" name="Google Shape;1876;p62" descr="image.png"/>
          <p:cNvPicPr/>
          <p:nvPr/>
        </p:nvPicPr>
        <p:blipFill>
          <a:blip r:embed="rId9"/>
          <a:stretch/>
        </p:blipFill>
        <p:spPr>
          <a:xfrm>
            <a:off x="335880" y="1771560"/>
            <a:ext cx="45158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5" name="Google Shape;1877;p62" descr="image.png"/>
          <p:cNvPicPr/>
          <p:nvPr/>
        </p:nvPicPr>
        <p:blipFill>
          <a:blip r:embed="rId10"/>
          <a:stretch/>
        </p:blipFill>
        <p:spPr>
          <a:xfrm>
            <a:off x="5151960" y="1120680"/>
            <a:ext cx="3655800" cy="41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6" name="Google Shape;1878;p62" descr="image.png"/>
          <p:cNvPicPr/>
          <p:nvPr/>
        </p:nvPicPr>
        <p:blipFill>
          <a:blip r:embed="rId11"/>
          <a:stretch/>
        </p:blipFill>
        <p:spPr>
          <a:xfrm>
            <a:off x="5151960" y="1807200"/>
            <a:ext cx="3655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7" name="Google Shape;1879;p62" descr="image.png"/>
          <p:cNvPicPr/>
          <p:nvPr/>
        </p:nvPicPr>
        <p:blipFill>
          <a:blip r:embed="rId12"/>
          <a:stretch/>
        </p:blipFill>
        <p:spPr>
          <a:xfrm>
            <a:off x="335880" y="2999880"/>
            <a:ext cx="4086000" cy="18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8" name="Google Shape;1880;p62" descr="image.png"/>
          <p:cNvPicPr/>
          <p:nvPr/>
        </p:nvPicPr>
        <p:blipFill>
          <a:blip r:embed="rId13"/>
          <a:stretch/>
        </p:blipFill>
        <p:spPr>
          <a:xfrm>
            <a:off x="4722120" y="3021480"/>
            <a:ext cx="4086000" cy="18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9" name="Google Shape;1881;p62" descr="image.png"/>
          <p:cNvPicPr/>
          <p:nvPr/>
        </p:nvPicPr>
        <p:blipFill>
          <a:blip r:embed="rId14"/>
          <a:stretch/>
        </p:blipFill>
        <p:spPr>
          <a:xfrm>
            <a:off x="335880" y="4400640"/>
            <a:ext cx="130320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0" name="Google Shape;1882;p62" descr="image.png"/>
          <p:cNvPicPr/>
          <p:nvPr/>
        </p:nvPicPr>
        <p:blipFill>
          <a:blip r:embed="rId15"/>
          <a:stretch/>
        </p:blipFill>
        <p:spPr>
          <a:xfrm>
            <a:off x="2163600" y="4400640"/>
            <a:ext cx="120348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1" name="Google Shape;1883;p62" descr="image.png"/>
          <p:cNvPicPr/>
          <p:nvPr/>
        </p:nvPicPr>
        <p:blipFill>
          <a:blip r:embed="rId16"/>
          <a:stretch/>
        </p:blipFill>
        <p:spPr>
          <a:xfrm>
            <a:off x="3891600" y="4400640"/>
            <a:ext cx="133200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2" name="Google Shape;1884;p62" descr="image.png"/>
          <p:cNvPicPr/>
          <p:nvPr/>
        </p:nvPicPr>
        <p:blipFill>
          <a:blip r:embed="rId17"/>
          <a:stretch/>
        </p:blipFill>
        <p:spPr>
          <a:xfrm>
            <a:off x="5748120" y="4400640"/>
            <a:ext cx="13892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3" name="Google Shape;1885;p62" descr="image.png"/>
          <p:cNvPicPr/>
          <p:nvPr/>
        </p:nvPicPr>
        <p:blipFill>
          <a:blip r:embed="rId18"/>
          <a:stretch/>
        </p:blipFill>
        <p:spPr>
          <a:xfrm>
            <a:off x="7661520" y="4400640"/>
            <a:ext cx="1146240" cy="1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4" name="Google Shape;1886;p62" descr="image.png"/>
          <p:cNvPicPr/>
          <p:nvPr/>
        </p:nvPicPr>
        <p:blipFill>
          <a:blip r:embed="rId19"/>
          <a:stretch/>
        </p:blipFill>
        <p:spPr>
          <a:xfrm>
            <a:off x="7086600" y="232200"/>
            <a:ext cx="182844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5" name="Google Shape;1887;p62"/>
          <p:cNvSpPr/>
          <p:nvPr/>
        </p:nvSpPr>
        <p:spPr>
          <a:xfrm>
            <a:off x="228600" y="275400"/>
            <a:ext cx="3131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ITERATION + MANIPULATION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6" name="Google Shape;1888;p62"/>
          <p:cNvSpPr/>
          <p:nvPr/>
        </p:nvSpPr>
        <p:spPr>
          <a:xfrm>
            <a:off x="2714760" y="4142520"/>
            <a:ext cx="6093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Complete Data Workflow &amp; Common Pitfalls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17" name="Google Shape;1889;p62" descr="image.png"/>
          <p:cNvPicPr/>
          <p:nvPr/>
        </p:nvPicPr>
        <p:blipFill>
          <a:blip r:embed="rId20"/>
          <a:stretch/>
        </p:blipFill>
        <p:spPr>
          <a:xfrm>
            <a:off x="228600" y="166680"/>
            <a:ext cx="110520" cy="8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8" name="Google Shape;1890;p62"/>
          <p:cNvSpPr/>
          <p:nvPr/>
        </p:nvSpPr>
        <p:spPr>
          <a:xfrm>
            <a:off x="2000160" y="744840"/>
            <a:ext cx="28512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01 TRANSFORMING ELEMENTS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9" name="Google Shape;1891;p62"/>
          <p:cNvSpPr/>
          <p:nvPr/>
        </p:nvSpPr>
        <p:spPr>
          <a:xfrm>
            <a:off x="6266520" y="717120"/>
            <a:ext cx="2541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02 FILTERING DATA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0" name="Google Shape;1892;p62"/>
          <p:cNvSpPr/>
          <p:nvPr/>
        </p:nvSpPr>
        <p:spPr>
          <a:xfrm>
            <a:off x="1614600" y="2581200"/>
            <a:ext cx="280728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DICTIONARY ITERATION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 .items()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1" name="Google Shape;1893;p62"/>
          <p:cNvSpPr/>
          <p:nvPr/>
        </p:nvSpPr>
        <p:spPr>
          <a:xfrm>
            <a:off x="335880" y="3464640"/>
            <a:ext cx="40860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b45309"/>
                </a:solidFill>
                <a:uFillTx/>
                <a:latin typeface="Plus Jakarta Sans SemiBold"/>
                <a:ea typeface="Plus Jakarta Sans SemiBold"/>
              </a:rPr>
              <a:t>Traverses both keys and values simultaneously in a single loop.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2" name="Google Shape;1894;p62"/>
          <p:cNvSpPr/>
          <p:nvPr/>
        </p:nvSpPr>
        <p:spPr>
          <a:xfrm>
            <a:off x="5829480" y="2602440"/>
            <a:ext cx="2978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NESTED TRAVERSAL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3" name="Google Shape;1895;p62"/>
          <p:cNvSpPr/>
          <p:nvPr/>
        </p:nvSpPr>
        <p:spPr>
          <a:xfrm>
            <a:off x="4722120" y="3464640"/>
            <a:ext cx="40860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6d28d9"/>
                </a:solidFill>
                <a:uFillTx/>
                <a:latin typeface="Plus Jakarta Sans SemiBold"/>
                <a:ea typeface="Plus Jakarta Sans SemiBold"/>
              </a:rPr>
              <a:t>Traverses outer collection and accesses inner structural keys level-by-level.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24" name="Google Shape;1896;p62" descr="image.png"/>
          <p:cNvPicPr/>
          <p:nvPr/>
        </p:nvPicPr>
        <p:blipFill>
          <a:blip r:embed="rId21"/>
          <a:stretch/>
        </p:blipFill>
        <p:spPr>
          <a:xfrm>
            <a:off x="6400800" y="4143240"/>
            <a:ext cx="240696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5" name="Google Shape;1897;p62"/>
          <p:cNvSpPr/>
          <p:nvPr/>
        </p:nvSpPr>
        <p:spPr>
          <a:xfrm>
            <a:off x="414360" y="4736160"/>
            <a:ext cx="164268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❌ </a:t>
            </a: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break exits loop (does not skip 1 item)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6" name="Google Shape;1898;p62"/>
          <p:cNvSpPr/>
          <p:nvPr/>
        </p:nvSpPr>
        <p:spPr>
          <a:xfrm>
            <a:off x="2533680" y="4736160"/>
            <a:ext cx="19569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❌ </a:t>
            </a: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continue skips 1 iteration (does not stop loop)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7" name="Google Shape;1899;p62"/>
          <p:cNvSpPr/>
          <p:nvPr/>
        </p:nvSpPr>
        <p:spPr>
          <a:xfrm>
            <a:off x="4967280" y="4736160"/>
            <a:ext cx="16927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❌ </a:t>
            </a: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remove() searches by value (not index)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8" name="Google Shape;1900;p62"/>
          <p:cNvSpPr/>
          <p:nvPr/>
        </p:nvSpPr>
        <p:spPr>
          <a:xfrm>
            <a:off x="7136280" y="4736160"/>
            <a:ext cx="159264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✕ </a:t>
            </a:r>
            <a:r>
              <a:rPr b="1" lang="en" sz="6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Strings return new objects (immutable)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29" name="Google Shape;1901;p62" descr="image.png"/>
          <p:cNvPicPr/>
          <p:nvPr/>
        </p:nvPicPr>
        <p:blipFill>
          <a:blip r:embed="rId22"/>
          <a:stretch/>
        </p:blipFill>
        <p:spPr>
          <a:xfrm>
            <a:off x="3808800" y="721440"/>
            <a:ext cx="104256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0" name="Google Shape;1902;p62"/>
          <p:cNvSpPr/>
          <p:nvPr/>
        </p:nvSpPr>
        <p:spPr>
          <a:xfrm>
            <a:off x="800280" y="1224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1" name="Google Shape;1903;p62"/>
          <p:cNvSpPr/>
          <p:nvPr/>
        </p:nvSpPr>
        <p:spPr>
          <a:xfrm>
            <a:off x="950040" y="1224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2" name="Google Shape;1904;p62"/>
          <p:cNvSpPr/>
          <p:nvPr/>
        </p:nvSpPr>
        <p:spPr>
          <a:xfrm>
            <a:off x="1100160" y="1224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3" name="Google Shape;1905;p62"/>
          <p:cNvSpPr/>
          <p:nvPr/>
        </p:nvSpPr>
        <p:spPr>
          <a:xfrm>
            <a:off x="1250280" y="1224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4" name="Google Shape;1906;p62"/>
          <p:cNvSpPr/>
          <p:nvPr/>
        </p:nvSpPr>
        <p:spPr>
          <a:xfrm>
            <a:off x="1400040" y="1224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5" name="Google Shape;1907;p62"/>
          <p:cNvSpPr/>
          <p:nvPr/>
        </p:nvSpPr>
        <p:spPr>
          <a:xfrm>
            <a:off x="399960" y="1339560"/>
            <a:ext cx="1497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6" name="Google Shape;1908;p62"/>
          <p:cNvSpPr/>
          <p:nvPr/>
        </p:nvSpPr>
        <p:spPr>
          <a:xfrm>
            <a:off x="700200" y="133956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7" name="Google Shape;1909;p62"/>
          <p:cNvSpPr/>
          <p:nvPr/>
        </p:nvSpPr>
        <p:spPr>
          <a:xfrm>
            <a:off x="849960" y="133956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range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8" name="Google Shape;1910;p62"/>
          <p:cNvSpPr/>
          <p:nvPr/>
        </p:nvSpPr>
        <p:spPr>
          <a:xfrm>
            <a:off x="1150200" y="1353600"/>
            <a:ext cx="1497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len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9" name="Google Shape;1911;p62"/>
          <p:cNvSpPr/>
          <p:nvPr/>
        </p:nvSpPr>
        <p:spPr>
          <a:xfrm>
            <a:off x="2300400" y="13395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0" name="Google Shape;1912;p62"/>
          <p:cNvSpPr/>
          <p:nvPr/>
        </p:nvSpPr>
        <p:spPr>
          <a:xfrm>
            <a:off x="2400480" y="1339560"/>
            <a:ext cx="12999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6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[2, 4, 6, 8, 10]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41" name="Google Shape;1913;p62" descr="image.png"/>
          <p:cNvPicPr/>
          <p:nvPr/>
        </p:nvPicPr>
        <p:blipFill>
          <a:blip r:embed="rId23"/>
          <a:stretch/>
        </p:blipFill>
        <p:spPr>
          <a:xfrm>
            <a:off x="7715160" y="725040"/>
            <a:ext cx="1092600" cy="1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2" name="Google Shape;1914;p62"/>
          <p:cNvSpPr/>
          <p:nvPr/>
        </p:nvSpPr>
        <p:spPr>
          <a:xfrm>
            <a:off x="5216400" y="1271160"/>
            <a:ext cx="1497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3" name="Google Shape;1915;p62"/>
          <p:cNvSpPr/>
          <p:nvPr/>
        </p:nvSpPr>
        <p:spPr>
          <a:xfrm>
            <a:off x="5516280" y="127116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4" name="Google Shape;1916;p62"/>
          <p:cNvSpPr/>
          <p:nvPr/>
        </p:nvSpPr>
        <p:spPr>
          <a:xfrm>
            <a:off x="5716440" y="1271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5" name="Google Shape;1917;p62"/>
          <p:cNvSpPr/>
          <p:nvPr/>
        </p:nvSpPr>
        <p:spPr>
          <a:xfrm>
            <a:off x="5866200" y="1271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6" name="Google Shape;1918;p62"/>
          <p:cNvSpPr/>
          <p:nvPr/>
        </p:nvSpPr>
        <p:spPr>
          <a:xfrm>
            <a:off x="6016320" y="1271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7" name="Google Shape;1919;p62"/>
          <p:cNvSpPr/>
          <p:nvPr/>
        </p:nvSpPr>
        <p:spPr>
          <a:xfrm>
            <a:off x="6166440" y="1271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4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8" name="Google Shape;1920;p62"/>
          <p:cNvSpPr/>
          <p:nvPr/>
        </p:nvSpPr>
        <p:spPr>
          <a:xfrm>
            <a:off x="6316560" y="1271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5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9" name="Google Shape;1921;p62"/>
          <p:cNvSpPr/>
          <p:nvPr/>
        </p:nvSpPr>
        <p:spPr>
          <a:xfrm>
            <a:off x="6466320" y="12711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6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0" name="Google Shape;1922;p62"/>
          <p:cNvSpPr/>
          <p:nvPr/>
        </p:nvSpPr>
        <p:spPr>
          <a:xfrm>
            <a:off x="5416200" y="138636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if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1" name="Google Shape;1923;p62"/>
          <p:cNvSpPr/>
          <p:nvPr/>
        </p:nvSpPr>
        <p:spPr>
          <a:xfrm>
            <a:off x="5766480" y="1386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2" name="Google Shape;1924;p62"/>
          <p:cNvSpPr/>
          <p:nvPr/>
        </p:nvSpPr>
        <p:spPr>
          <a:xfrm>
            <a:off x="6016320" y="1386360"/>
            <a:ext cx="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0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3" name="Google Shape;1925;p62"/>
          <p:cNvSpPr/>
          <p:nvPr/>
        </p:nvSpPr>
        <p:spPr>
          <a:xfrm>
            <a:off x="6366600" y="138636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append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4" name="Google Shape;1926;p62"/>
          <p:cNvSpPr/>
          <p:nvPr/>
        </p:nvSpPr>
        <p:spPr>
          <a:xfrm>
            <a:off x="6866640" y="1386360"/>
            <a:ext cx="949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" sz="600" strike="noStrike" u="none">
                <a:solidFill>
                  <a:srgbClr val="94a3b8"/>
                </a:solidFill>
                <a:uFillTx/>
                <a:latin typeface="JetBrains Mono"/>
                <a:ea typeface="JetBrains Mono"/>
              </a:rPr>
              <a:t># Output: [2, 4, 6]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5" name="Google Shape;1927;p62"/>
          <p:cNvSpPr/>
          <p:nvPr/>
        </p:nvSpPr>
        <p:spPr>
          <a:xfrm>
            <a:off x="399960" y="3035880"/>
            <a:ext cx="1497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6" name="Google Shape;1928;p62"/>
          <p:cNvSpPr/>
          <p:nvPr/>
        </p:nvSpPr>
        <p:spPr>
          <a:xfrm>
            <a:off x="849960" y="303588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7" name="Google Shape;1929;p62"/>
          <p:cNvSpPr/>
          <p:nvPr/>
        </p:nvSpPr>
        <p:spPr>
          <a:xfrm>
            <a:off x="1400040" y="303588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items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8" name="Google Shape;1930;p62"/>
          <p:cNvSpPr/>
          <p:nvPr/>
        </p:nvSpPr>
        <p:spPr>
          <a:xfrm>
            <a:off x="1850400" y="303588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9" name="Google Shape;1931;p62"/>
          <p:cNvSpPr/>
          <p:nvPr/>
        </p:nvSpPr>
        <p:spPr>
          <a:xfrm>
            <a:off x="2300400" y="3035880"/>
            <a:ext cx="1998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"-&gt;"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60" name="Google Shape;1932;p62" descr="image.png"/>
          <p:cNvPicPr/>
          <p:nvPr/>
        </p:nvPicPr>
        <p:blipFill>
          <a:blip r:embed="rId24"/>
          <a:stretch/>
        </p:blipFill>
        <p:spPr>
          <a:xfrm>
            <a:off x="8051040" y="2579040"/>
            <a:ext cx="75672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1" name="Google Shape;1933;p62"/>
          <p:cNvSpPr/>
          <p:nvPr/>
        </p:nvSpPr>
        <p:spPr>
          <a:xfrm>
            <a:off x="4786200" y="3057120"/>
            <a:ext cx="1497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2" name="Google Shape;1934;p62"/>
          <p:cNvSpPr/>
          <p:nvPr/>
        </p:nvSpPr>
        <p:spPr>
          <a:xfrm>
            <a:off x="5136480" y="3057120"/>
            <a:ext cx="997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3" name="Google Shape;1935;p62"/>
          <p:cNvSpPr/>
          <p:nvPr/>
        </p:nvSpPr>
        <p:spPr>
          <a:xfrm>
            <a:off x="5786280" y="3057120"/>
            <a:ext cx="24984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4" name="Google Shape;1936;p62"/>
          <p:cNvSpPr/>
          <p:nvPr/>
        </p:nvSpPr>
        <p:spPr>
          <a:xfrm>
            <a:off x="6236640" y="3057120"/>
            <a:ext cx="299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4d399"/>
                </a:solidFill>
                <a:uFillTx/>
                <a:latin typeface="JetBrains Mono SemiBold"/>
                <a:ea typeface="JetBrains Mono SemiBold"/>
              </a:rPr>
              <a:t>"name"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65" name="Google Shape;1937;p62" descr="image.png"/>
          <p:cNvPicPr/>
          <p:nvPr/>
        </p:nvPicPr>
        <p:blipFill>
          <a:blip r:embed="rId25"/>
          <a:stretch/>
        </p:blipFill>
        <p:spPr>
          <a:xfrm>
            <a:off x="335880" y="4175640"/>
            <a:ext cx="92520" cy="8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6" name="Google Shape;1938;p62"/>
          <p:cNvSpPr/>
          <p:nvPr/>
        </p:nvSpPr>
        <p:spPr>
          <a:xfrm>
            <a:off x="399960" y="4436280"/>
            <a:ext cx="614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2563eb"/>
                </a:solidFill>
                <a:uFillTx/>
                <a:latin typeface="Plus Jakarta Sans"/>
                <a:ea typeface="Plus Jakarta Sans"/>
              </a:rPr>
              <a:t>1. COLLECTION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7" name="Google Shape;1939;p62"/>
          <p:cNvSpPr/>
          <p:nvPr/>
        </p:nvSpPr>
        <p:spPr>
          <a:xfrm>
            <a:off x="2228040" y="4436280"/>
            <a:ext cx="51408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10b981"/>
                </a:solidFill>
                <a:uFillTx/>
                <a:latin typeface="Plus Jakarta Sans"/>
                <a:ea typeface="Plus Jakarta Sans"/>
              </a:rPr>
              <a:t>2. ITERATION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8" name="Google Shape;1940;p62"/>
          <p:cNvSpPr/>
          <p:nvPr/>
        </p:nvSpPr>
        <p:spPr>
          <a:xfrm>
            <a:off x="3955680" y="4436280"/>
            <a:ext cx="578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f59e0b"/>
                </a:solidFill>
                <a:uFillTx/>
                <a:latin typeface="Plus Jakarta Sans"/>
                <a:ea typeface="Plus Jakarta Sans"/>
              </a:rPr>
              <a:t>3. CONDITION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9" name="Google Shape;1941;p62"/>
          <p:cNvSpPr/>
          <p:nvPr/>
        </p:nvSpPr>
        <p:spPr>
          <a:xfrm>
            <a:off x="5812200" y="4436280"/>
            <a:ext cx="71388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8b5cf6"/>
                </a:solidFill>
                <a:uFillTx/>
                <a:latin typeface="Plus Jakarta Sans"/>
                <a:ea typeface="Plus Jakarta Sans"/>
              </a:rPr>
              <a:t>4. MANIPULATION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0" name="Google Shape;1942;p62"/>
          <p:cNvSpPr/>
          <p:nvPr/>
        </p:nvSpPr>
        <p:spPr>
          <a:xfrm>
            <a:off x="7725960" y="4436280"/>
            <a:ext cx="3855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5. RESULT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71" name="Google Shape;1943;p62" descr="image.png"/>
          <p:cNvPicPr/>
          <p:nvPr/>
        </p:nvPicPr>
        <p:blipFill>
          <a:blip r:embed="rId26"/>
          <a:stretch/>
        </p:blipFill>
        <p:spPr>
          <a:xfrm>
            <a:off x="335880" y="771480"/>
            <a:ext cx="781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2" name="Google Shape;1944;p62" descr="image.png"/>
          <p:cNvPicPr/>
          <p:nvPr/>
        </p:nvPicPr>
        <p:blipFill>
          <a:blip r:embed="rId27"/>
          <a:stretch/>
        </p:blipFill>
        <p:spPr>
          <a:xfrm>
            <a:off x="5151960" y="743040"/>
            <a:ext cx="106920" cy="1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3" name="Google Shape;1945;p62" descr="image.png"/>
          <p:cNvPicPr/>
          <p:nvPr/>
        </p:nvPicPr>
        <p:blipFill>
          <a:blip r:embed="rId28"/>
          <a:stretch/>
        </p:blipFill>
        <p:spPr>
          <a:xfrm>
            <a:off x="335880" y="2607480"/>
            <a:ext cx="99720" cy="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4" name="Google Shape;1946;p62" descr="image.png"/>
          <p:cNvPicPr/>
          <p:nvPr/>
        </p:nvPicPr>
        <p:blipFill>
          <a:blip r:embed="rId29"/>
          <a:stretch/>
        </p:blipFill>
        <p:spPr>
          <a:xfrm>
            <a:off x="4722120" y="2629080"/>
            <a:ext cx="114120" cy="9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5" name="Google Shape;1951;p6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6" name="Google Shape;1952;p63" descr="image.png"/>
          <p:cNvPicPr/>
          <p:nvPr/>
        </p:nvPicPr>
        <p:blipFill>
          <a:blip r:embed="rId2"/>
          <a:stretch/>
        </p:blipFill>
        <p:spPr>
          <a:xfrm>
            <a:off x="399960" y="1314720"/>
            <a:ext cx="8343720" cy="19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7" name="Google Shape;1953;p63"/>
          <p:cNvSpPr/>
          <p:nvPr/>
        </p:nvSpPr>
        <p:spPr>
          <a:xfrm>
            <a:off x="3089520" y="3507480"/>
            <a:ext cx="41209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8" name="Google Shape;1954;p63"/>
          <p:cNvSpPr/>
          <p:nvPr/>
        </p:nvSpPr>
        <p:spPr>
          <a:xfrm>
            <a:off x="693000" y="155736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9" name="Google Shape;1955;p63"/>
          <p:cNvSpPr/>
          <p:nvPr/>
        </p:nvSpPr>
        <p:spPr>
          <a:xfrm>
            <a:off x="1300320" y="155736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0" name="Google Shape;1956;p63"/>
          <p:cNvSpPr/>
          <p:nvPr/>
        </p:nvSpPr>
        <p:spPr>
          <a:xfrm>
            <a:off x="1664640" y="155736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1" name="Google Shape;1957;p63"/>
          <p:cNvSpPr/>
          <p:nvPr/>
        </p:nvSpPr>
        <p:spPr>
          <a:xfrm>
            <a:off x="2028960" y="155736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2" name="Google Shape;1958;p63"/>
          <p:cNvSpPr/>
          <p:nvPr/>
        </p:nvSpPr>
        <p:spPr>
          <a:xfrm>
            <a:off x="693000" y="1847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3" name="Google Shape;1959;p63"/>
          <p:cNvSpPr/>
          <p:nvPr/>
        </p:nvSpPr>
        <p:spPr>
          <a:xfrm>
            <a:off x="1178640" y="18475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4" name="Google Shape;1960;p63"/>
          <p:cNvSpPr/>
          <p:nvPr/>
        </p:nvSpPr>
        <p:spPr>
          <a:xfrm>
            <a:off x="693000" y="2137320"/>
            <a:ext cx="849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5" name="Google Shape;1961;p63"/>
          <p:cNvSpPr/>
          <p:nvPr/>
        </p:nvSpPr>
        <p:spPr>
          <a:xfrm>
            <a:off x="1178640" y="2137320"/>
            <a:ext cx="4852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i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6" name="Google Shape;1962;p63"/>
          <p:cNvSpPr/>
          <p:nvPr/>
        </p:nvSpPr>
        <p:spPr>
          <a:xfrm>
            <a:off x="1421640" y="2137320"/>
            <a:ext cx="849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7" name="Google Shape;1963;p63"/>
          <p:cNvSpPr/>
          <p:nvPr/>
        </p:nvSpPr>
        <p:spPr>
          <a:xfrm>
            <a:off x="1785960" y="213732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8" name="Google Shape;1964;p63"/>
          <p:cNvSpPr/>
          <p:nvPr/>
        </p:nvSpPr>
        <p:spPr>
          <a:xfrm>
            <a:off x="1178640" y="24274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9" name="Google Shape;1965;p63"/>
          <p:cNvSpPr/>
          <p:nvPr/>
        </p:nvSpPr>
        <p:spPr>
          <a:xfrm>
            <a:off x="1421640" y="2427480"/>
            <a:ext cx="1218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remove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0" name="Google Shape;1966;p63"/>
          <p:cNvSpPr/>
          <p:nvPr/>
        </p:nvSpPr>
        <p:spPr>
          <a:xfrm>
            <a:off x="2271600" y="24274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i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1" name="Google Shape;1967;p63"/>
          <p:cNvSpPr/>
          <p:nvPr/>
        </p:nvSpPr>
        <p:spPr>
          <a:xfrm>
            <a:off x="693000" y="2717280"/>
            <a:ext cx="14569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2" name="Google Shape;1968;p63"/>
          <p:cNvSpPr/>
          <p:nvPr/>
        </p:nvSpPr>
        <p:spPr>
          <a:xfrm>
            <a:off x="1421640" y="2717280"/>
            <a:ext cx="1209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973;p6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4" name="Google Shape;1974;p64" descr="image.png"/>
          <p:cNvPicPr/>
          <p:nvPr/>
        </p:nvPicPr>
        <p:blipFill>
          <a:blip r:embed="rId2"/>
          <a:stretch/>
        </p:blipFill>
        <p:spPr>
          <a:xfrm>
            <a:off x="399960" y="843120"/>
            <a:ext cx="8343720" cy="15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5" name="Google Shape;1975;p64" descr="image.png"/>
          <p:cNvPicPr/>
          <p:nvPr/>
        </p:nvPicPr>
        <p:blipFill>
          <a:blip r:embed="rId3"/>
          <a:stretch/>
        </p:blipFill>
        <p:spPr>
          <a:xfrm>
            <a:off x="399960" y="30718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6" name="Google Shape;1976;p64" descr="image.png"/>
          <p:cNvPicPr/>
          <p:nvPr/>
        </p:nvPicPr>
        <p:blipFill>
          <a:blip r:embed="rId4"/>
          <a:stretch/>
        </p:blipFill>
        <p:spPr>
          <a:xfrm>
            <a:off x="4629240" y="30718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7" name="Google Shape;1977;p64" descr="image.png"/>
          <p:cNvPicPr/>
          <p:nvPr/>
        </p:nvPicPr>
        <p:blipFill>
          <a:blip r:embed="rId5"/>
          <a:stretch/>
        </p:blipFill>
        <p:spPr>
          <a:xfrm>
            <a:off x="399960" y="37432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8" name="Google Shape;1978;p64" descr="image.png"/>
          <p:cNvPicPr/>
          <p:nvPr/>
        </p:nvPicPr>
        <p:blipFill>
          <a:blip r:embed="rId6"/>
          <a:stretch/>
        </p:blipFill>
        <p:spPr>
          <a:xfrm>
            <a:off x="4629240" y="3743280"/>
            <a:ext cx="4114440" cy="5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9" name="Google Shape;1979;p64"/>
          <p:cNvSpPr/>
          <p:nvPr/>
        </p:nvSpPr>
        <p:spPr>
          <a:xfrm>
            <a:off x="3250440" y="2614680"/>
            <a:ext cx="3829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0" name="Google Shape;1980;p64"/>
          <p:cNvSpPr/>
          <p:nvPr/>
        </p:nvSpPr>
        <p:spPr>
          <a:xfrm>
            <a:off x="650160" y="1028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1" name="Google Shape;1981;p64"/>
          <p:cNvSpPr/>
          <p:nvPr/>
        </p:nvSpPr>
        <p:spPr>
          <a:xfrm>
            <a:off x="1150200" y="1028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2" name="Google Shape;1982;p64"/>
          <p:cNvSpPr/>
          <p:nvPr/>
        </p:nvSpPr>
        <p:spPr>
          <a:xfrm>
            <a:off x="1450080" y="1028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3" name="Google Shape;1983;p64"/>
          <p:cNvSpPr/>
          <p:nvPr/>
        </p:nvSpPr>
        <p:spPr>
          <a:xfrm>
            <a:off x="1750320" y="10288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4" name="Google Shape;1984;p64"/>
          <p:cNvSpPr/>
          <p:nvPr/>
        </p:nvSpPr>
        <p:spPr>
          <a:xfrm>
            <a:off x="650160" y="12772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5" name="Google Shape;1985;p64"/>
          <p:cNvSpPr/>
          <p:nvPr/>
        </p:nvSpPr>
        <p:spPr>
          <a:xfrm>
            <a:off x="1050120" y="127728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6" name="Google Shape;1986;p64"/>
          <p:cNvSpPr/>
          <p:nvPr/>
        </p:nvSpPr>
        <p:spPr>
          <a:xfrm>
            <a:off x="650160" y="1525680"/>
            <a:ext cx="5997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7" name="Google Shape;1987;p64"/>
          <p:cNvSpPr/>
          <p:nvPr/>
        </p:nvSpPr>
        <p:spPr>
          <a:xfrm>
            <a:off x="1050120" y="15260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i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8" name="Google Shape;1988;p64"/>
          <p:cNvSpPr/>
          <p:nvPr/>
        </p:nvSpPr>
        <p:spPr>
          <a:xfrm>
            <a:off x="1250280" y="1525680"/>
            <a:ext cx="69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9" name="Google Shape;1989;p64"/>
          <p:cNvSpPr/>
          <p:nvPr/>
        </p:nvSpPr>
        <p:spPr>
          <a:xfrm>
            <a:off x="1550160" y="15260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0" name="Google Shape;1990;p64"/>
          <p:cNvSpPr/>
          <p:nvPr/>
        </p:nvSpPr>
        <p:spPr>
          <a:xfrm>
            <a:off x="1050120" y="17744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1" name="Google Shape;1991;p64"/>
          <p:cNvSpPr/>
          <p:nvPr/>
        </p:nvSpPr>
        <p:spPr>
          <a:xfrm>
            <a:off x="1250280" y="1774440"/>
            <a:ext cx="9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remove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2" name="Google Shape;1992;p64"/>
          <p:cNvSpPr/>
          <p:nvPr/>
        </p:nvSpPr>
        <p:spPr>
          <a:xfrm>
            <a:off x="1950120" y="177444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i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3" name="Google Shape;1993;p64"/>
          <p:cNvSpPr/>
          <p:nvPr/>
        </p:nvSpPr>
        <p:spPr>
          <a:xfrm>
            <a:off x="650160" y="2023200"/>
            <a:ext cx="9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1" lang="en" sz="14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4" name="Google Shape;1994;p64"/>
          <p:cNvSpPr/>
          <p:nvPr/>
        </p:nvSpPr>
        <p:spPr>
          <a:xfrm>
            <a:off x="1250280" y="2023200"/>
            <a:ext cx="99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15" name="Google Shape;1995;p64" descr="image.png"/>
          <p:cNvPicPr/>
          <p:nvPr/>
        </p:nvPicPr>
        <p:blipFill>
          <a:blip r:embed="rId7"/>
          <a:stretch/>
        </p:blipFill>
        <p:spPr>
          <a:xfrm>
            <a:off x="557280" y="3200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6" name="Google Shape;1996;p64"/>
          <p:cNvSpPr/>
          <p:nvPr/>
        </p:nvSpPr>
        <p:spPr>
          <a:xfrm>
            <a:off x="971640" y="3254040"/>
            <a:ext cx="77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[1, 2, 3]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17" name="Google Shape;1997;p64" descr="image.png"/>
          <p:cNvPicPr/>
          <p:nvPr/>
        </p:nvPicPr>
        <p:blipFill>
          <a:blip r:embed="rId8"/>
          <a:stretch/>
        </p:blipFill>
        <p:spPr>
          <a:xfrm>
            <a:off x="4786200" y="32004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8" name="Google Shape;1998;p64"/>
          <p:cNvSpPr/>
          <p:nvPr/>
        </p:nvSpPr>
        <p:spPr>
          <a:xfrm>
            <a:off x="5200560" y="3254040"/>
            <a:ext cx="514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[2, 3]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19" name="Google Shape;1999;p64" descr="image.png"/>
          <p:cNvPicPr/>
          <p:nvPr/>
        </p:nvPicPr>
        <p:blipFill>
          <a:blip r:embed="rId9"/>
          <a:stretch/>
        </p:blipFill>
        <p:spPr>
          <a:xfrm>
            <a:off x="557280" y="3871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0" name="Google Shape;2000;p64"/>
          <p:cNvSpPr/>
          <p:nvPr/>
        </p:nvSpPr>
        <p:spPr>
          <a:xfrm>
            <a:off x="971640" y="3925440"/>
            <a:ext cx="256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[2]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21" name="Google Shape;2001;p64" descr="image.png"/>
          <p:cNvPicPr/>
          <p:nvPr/>
        </p:nvPicPr>
        <p:blipFill>
          <a:blip r:embed="rId10"/>
          <a:stretch/>
        </p:blipFill>
        <p:spPr>
          <a:xfrm>
            <a:off x="4786200" y="3871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2" name="Google Shape;2002;p64"/>
          <p:cNvSpPr/>
          <p:nvPr/>
        </p:nvSpPr>
        <p:spPr>
          <a:xfrm>
            <a:off x="5200560" y="3925440"/>
            <a:ext cx="256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[3]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3" name="Google Shape;2007;p6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4" name="Google Shape;2008;p65" descr="image.png"/>
          <p:cNvPicPr/>
          <p:nvPr/>
        </p:nvPicPr>
        <p:blipFill>
          <a:blip r:embed="rId2"/>
          <a:stretch/>
        </p:blipFill>
        <p:spPr>
          <a:xfrm>
            <a:off x="399960" y="756720"/>
            <a:ext cx="8343720" cy="12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5" name="Google Shape;2009;p65" descr="image.png"/>
          <p:cNvPicPr/>
          <p:nvPr/>
        </p:nvPicPr>
        <p:blipFill>
          <a:blip r:embed="rId3"/>
          <a:stretch/>
        </p:blipFill>
        <p:spPr>
          <a:xfrm>
            <a:off x="399960" y="3606840"/>
            <a:ext cx="8343720" cy="77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6" name="Google Shape;2010;p65" descr="image.png"/>
          <p:cNvPicPr/>
          <p:nvPr/>
        </p:nvPicPr>
        <p:blipFill>
          <a:blip r:embed="rId4"/>
          <a:stretch/>
        </p:blipFill>
        <p:spPr>
          <a:xfrm>
            <a:off x="399960" y="242100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7" name="Google Shape;2011;p65" descr="image.png"/>
          <p:cNvPicPr/>
          <p:nvPr/>
        </p:nvPicPr>
        <p:blipFill>
          <a:blip r:embed="rId5"/>
          <a:stretch/>
        </p:blipFill>
        <p:spPr>
          <a:xfrm>
            <a:off x="4614840" y="242100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8" name="Google Shape;2012;p65" descr="image.png"/>
          <p:cNvPicPr/>
          <p:nvPr/>
        </p:nvPicPr>
        <p:blipFill>
          <a:blip r:embed="rId6"/>
          <a:stretch/>
        </p:blipFill>
        <p:spPr>
          <a:xfrm>
            <a:off x="399960" y="300672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9" name="Google Shape;2013;p65" descr="image.png"/>
          <p:cNvPicPr/>
          <p:nvPr/>
        </p:nvPicPr>
        <p:blipFill>
          <a:blip r:embed="rId7"/>
          <a:stretch/>
        </p:blipFill>
        <p:spPr>
          <a:xfrm>
            <a:off x="4614840" y="3006720"/>
            <a:ext cx="4128840" cy="4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0" name="Google Shape;2014;p65"/>
          <p:cNvSpPr/>
          <p:nvPr/>
        </p:nvSpPr>
        <p:spPr>
          <a:xfrm>
            <a:off x="3486240" y="2085120"/>
            <a:ext cx="35233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will be the output?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1" name="Google Shape;2015;p65"/>
          <p:cNvSpPr/>
          <p:nvPr/>
        </p:nvSpPr>
        <p:spPr>
          <a:xfrm>
            <a:off x="578520" y="8780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2" name="Google Shape;2016;p65"/>
          <p:cNvSpPr/>
          <p:nvPr/>
        </p:nvSpPr>
        <p:spPr>
          <a:xfrm>
            <a:off x="1007280" y="8780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1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3" name="Google Shape;2017;p65"/>
          <p:cNvSpPr/>
          <p:nvPr/>
        </p:nvSpPr>
        <p:spPr>
          <a:xfrm>
            <a:off x="1264320" y="8780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2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4" name="Google Shape;2018;p65"/>
          <p:cNvSpPr/>
          <p:nvPr/>
        </p:nvSpPr>
        <p:spPr>
          <a:xfrm>
            <a:off x="1521720" y="8780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bbf24"/>
                </a:solidFill>
                <a:uFillTx/>
                <a:latin typeface="JetBrains Mono"/>
                <a:ea typeface="JetBrains Mono"/>
              </a:rPr>
              <a:t>3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5" name="Google Shape;2019;p65"/>
          <p:cNvSpPr/>
          <p:nvPr/>
        </p:nvSpPr>
        <p:spPr>
          <a:xfrm>
            <a:off x="578520" y="107532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6" name="Google Shape;2020;p65"/>
          <p:cNvSpPr/>
          <p:nvPr/>
        </p:nvSpPr>
        <p:spPr>
          <a:xfrm>
            <a:off x="921600" y="107532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7" name="Google Shape;2021;p65"/>
          <p:cNvSpPr/>
          <p:nvPr/>
        </p:nvSpPr>
        <p:spPr>
          <a:xfrm>
            <a:off x="578520" y="1272240"/>
            <a:ext cx="2566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for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8" name="Google Shape;2022;p65"/>
          <p:cNvSpPr/>
          <p:nvPr/>
        </p:nvSpPr>
        <p:spPr>
          <a:xfrm>
            <a:off x="921600" y="12722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i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9" name="Google Shape;2023;p65"/>
          <p:cNvSpPr/>
          <p:nvPr/>
        </p:nvSpPr>
        <p:spPr>
          <a:xfrm>
            <a:off x="1092960" y="1272240"/>
            <a:ext cx="171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f472b6"/>
                </a:solidFill>
                <a:uFillTx/>
                <a:latin typeface="JetBrains Mono"/>
                <a:ea typeface="JetBrains Mono"/>
              </a:rPr>
              <a:t>in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0" name="Google Shape;2024;p65"/>
          <p:cNvSpPr/>
          <p:nvPr/>
        </p:nvSpPr>
        <p:spPr>
          <a:xfrm>
            <a:off x="1350000" y="12722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1" name="Google Shape;2025;p65"/>
          <p:cNvSpPr/>
          <p:nvPr/>
        </p:nvSpPr>
        <p:spPr>
          <a:xfrm>
            <a:off x="921600" y="146952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2" name="Google Shape;2026;p65"/>
          <p:cNvSpPr/>
          <p:nvPr/>
        </p:nvSpPr>
        <p:spPr>
          <a:xfrm>
            <a:off x="1092960" y="1469520"/>
            <a:ext cx="5140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remove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3" name="Google Shape;2027;p65"/>
          <p:cNvSpPr/>
          <p:nvPr/>
        </p:nvSpPr>
        <p:spPr>
          <a:xfrm>
            <a:off x="1693080" y="146952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i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4" name="Google Shape;2028;p65"/>
          <p:cNvSpPr/>
          <p:nvPr/>
        </p:nvSpPr>
        <p:spPr>
          <a:xfrm>
            <a:off x="578520" y="1666440"/>
            <a:ext cx="4284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a78bfa"/>
                </a:solidFill>
                <a:uFillTx/>
                <a:latin typeface="JetBrains Mono"/>
                <a:ea typeface="JetBrains Mono"/>
              </a:rPr>
              <a:t>print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5" name="Google Shape;2029;p65"/>
          <p:cNvSpPr/>
          <p:nvPr/>
        </p:nvSpPr>
        <p:spPr>
          <a:xfrm>
            <a:off x="1092960" y="1666440"/>
            <a:ext cx="85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60a5fa"/>
                </a:solidFill>
                <a:uFillTx/>
                <a:latin typeface="JetBrains Mono"/>
                <a:ea typeface="JetBrains Mono"/>
              </a:rPr>
              <a:t>x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6" name="Google Shape;2030;p65"/>
          <p:cNvSpPr/>
          <p:nvPr/>
        </p:nvSpPr>
        <p:spPr>
          <a:xfrm>
            <a:off x="557280" y="3720960"/>
            <a:ext cx="80290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15803d"/>
                </a:solidFill>
                <a:uFillTx/>
                <a:latin typeface="JetBrains Mono ExtraBold"/>
                <a:ea typeface="JetBrains Mono ExtraBold"/>
              </a:rPr>
              <a:t>Correct answer: C. [2]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7" name="Google Shape;2031;p65"/>
          <p:cNvSpPr/>
          <p:nvPr/>
        </p:nvSpPr>
        <p:spPr>
          <a:xfrm>
            <a:off x="557280" y="3942720"/>
            <a:ext cx="802908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166534"/>
                </a:solidFill>
                <a:uFillTx/>
                <a:latin typeface="Plus Jakarta Sans SemiBold"/>
                <a:ea typeface="Plus Jakarta Sans SemiBold"/>
              </a:rPr>
              <a:t>The loop is iterating through the same list that is being modified. After removing 1, the list becomes [2, 3], but the loop moves to the next position, which is now 3. Removing 3 leaves [2].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48" name="Google Shape;2032;p65" descr="image.png"/>
          <p:cNvPicPr/>
          <p:nvPr/>
        </p:nvPicPr>
        <p:blipFill>
          <a:blip r:embed="rId8"/>
          <a:stretch/>
        </p:blipFill>
        <p:spPr>
          <a:xfrm>
            <a:off x="528480" y="252108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9" name="Google Shape;2033;p65"/>
          <p:cNvSpPr/>
          <p:nvPr/>
        </p:nvSpPr>
        <p:spPr>
          <a:xfrm>
            <a:off x="942840" y="2574720"/>
            <a:ext cx="77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[1, 2, 3]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50" name="Google Shape;2034;p65" descr="image.png"/>
          <p:cNvPicPr/>
          <p:nvPr/>
        </p:nvPicPr>
        <p:blipFill>
          <a:blip r:embed="rId9"/>
          <a:stretch/>
        </p:blipFill>
        <p:spPr>
          <a:xfrm>
            <a:off x="4743360" y="252108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1" name="Google Shape;2035;p65"/>
          <p:cNvSpPr/>
          <p:nvPr/>
        </p:nvSpPr>
        <p:spPr>
          <a:xfrm>
            <a:off x="5157720" y="2574720"/>
            <a:ext cx="514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[2, 3]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52" name="Google Shape;2036;p65" descr="image.png"/>
          <p:cNvPicPr/>
          <p:nvPr/>
        </p:nvPicPr>
        <p:blipFill>
          <a:blip r:embed="rId10"/>
          <a:stretch/>
        </p:blipFill>
        <p:spPr>
          <a:xfrm>
            <a:off x="528480" y="3106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3" name="Google Shape;2037;p65"/>
          <p:cNvSpPr/>
          <p:nvPr/>
        </p:nvSpPr>
        <p:spPr>
          <a:xfrm>
            <a:off x="942840" y="3160440"/>
            <a:ext cx="256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047857"/>
                </a:solidFill>
                <a:uFillTx/>
                <a:latin typeface="JetBrains Mono ExtraBold"/>
                <a:ea typeface="JetBrains Mono ExtraBold"/>
              </a:rPr>
              <a:t>[2]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54" name="Google Shape;2038;p65" descr="image.png"/>
          <p:cNvPicPr/>
          <p:nvPr/>
        </p:nvPicPr>
        <p:blipFill>
          <a:blip r:embed="rId11"/>
          <a:stretch/>
        </p:blipFill>
        <p:spPr>
          <a:xfrm>
            <a:off x="4743360" y="3106800"/>
            <a:ext cx="29952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5" name="Google Shape;2039;p65"/>
          <p:cNvSpPr/>
          <p:nvPr/>
        </p:nvSpPr>
        <p:spPr>
          <a:xfrm>
            <a:off x="5157720" y="3160440"/>
            <a:ext cx="256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f172a"/>
                </a:solidFill>
                <a:uFillTx/>
                <a:latin typeface="JetBrains Mono"/>
                <a:ea typeface="JetBrains Mono"/>
              </a:rPr>
              <a:t>[3]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Google Shape;2044;p6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7" name="Google Shape;2045;p66" descr="image.png"/>
          <p:cNvPicPr/>
          <p:nvPr/>
        </p:nvPicPr>
        <p:blipFill>
          <a:blip r:embed="rId2"/>
          <a:stretch/>
        </p:blipFill>
        <p:spPr>
          <a:xfrm>
            <a:off x="228600" y="600120"/>
            <a:ext cx="8686440" cy="147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8" name="Google Shape;2046;p66" descr="image.png"/>
          <p:cNvPicPr/>
          <p:nvPr/>
        </p:nvPicPr>
        <p:blipFill>
          <a:blip r:embed="rId3"/>
          <a:stretch/>
        </p:blipFill>
        <p:spPr>
          <a:xfrm>
            <a:off x="228600" y="4650480"/>
            <a:ext cx="8686440" cy="33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9" name="Google Shape;2047;p66" descr="image.png"/>
          <p:cNvPicPr/>
          <p:nvPr/>
        </p:nvPicPr>
        <p:blipFill>
          <a:blip r:embed="rId4"/>
          <a:stretch/>
        </p:blipFill>
        <p:spPr>
          <a:xfrm>
            <a:off x="228600" y="2773440"/>
            <a:ext cx="495324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0" name="Google Shape;2048;p66" descr="image.png"/>
          <p:cNvPicPr/>
          <p:nvPr/>
        </p:nvPicPr>
        <p:blipFill>
          <a:blip r:embed="rId5"/>
          <a:stretch/>
        </p:blipFill>
        <p:spPr>
          <a:xfrm>
            <a:off x="5253840" y="2773440"/>
            <a:ext cx="3661200" cy="117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1" name="Google Shape;2049;p66" descr="image.png"/>
          <p:cNvPicPr/>
          <p:nvPr/>
        </p:nvPicPr>
        <p:blipFill>
          <a:blip r:embed="rId6"/>
          <a:stretch/>
        </p:blipFill>
        <p:spPr>
          <a:xfrm>
            <a:off x="7815240" y="4722120"/>
            <a:ext cx="971280" cy="1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2" name="Google Shape;2050;p66" descr="image.png"/>
          <p:cNvPicPr/>
          <p:nvPr/>
        </p:nvPicPr>
        <p:blipFill>
          <a:blip r:embed="rId7"/>
          <a:stretch/>
        </p:blipFill>
        <p:spPr>
          <a:xfrm>
            <a:off x="335880" y="871560"/>
            <a:ext cx="207504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3" name="Google Shape;2051;p66" descr="image.png"/>
          <p:cNvPicPr/>
          <p:nvPr/>
        </p:nvPicPr>
        <p:blipFill>
          <a:blip r:embed="rId8"/>
          <a:stretch/>
        </p:blipFill>
        <p:spPr>
          <a:xfrm>
            <a:off x="2468160" y="871560"/>
            <a:ext cx="207504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4" name="Google Shape;2052;p66" descr="image.png"/>
          <p:cNvPicPr/>
          <p:nvPr/>
        </p:nvPicPr>
        <p:blipFill>
          <a:blip r:embed="rId9"/>
          <a:stretch/>
        </p:blipFill>
        <p:spPr>
          <a:xfrm>
            <a:off x="4600440" y="871560"/>
            <a:ext cx="207504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5" name="Google Shape;2053;p66" descr="image.png"/>
          <p:cNvPicPr/>
          <p:nvPr/>
        </p:nvPicPr>
        <p:blipFill>
          <a:blip r:embed="rId10"/>
          <a:stretch/>
        </p:blipFill>
        <p:spPr>
          <a:xfrm>
            <a:off x="6733080" y="871560"/>
            <a:ext cx="207504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6" name="Google Shape;2054;p66" descr="image.png"/>
          <p:cNvPicPr/>
          <p:nvPr/>
        </p:nvPicPr>
        <p:blipFill>
          <a:blip r:embed="rId11"/>
          <a:stretch/>
        </p:blipFill>
        <p:spPr>
          <a:xfrm>
            <a:off x="335880" y="1462680"/>
            <a:ext cx="202428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7" name="Google Shape;2055;p66" descr="image.png"/>
          <p:cNvPicPr/>
          <p:nvPr/>
        </p:nvPicPr>
        <p:blipFill>
          <a:blip r:embed="rId12"/>
          <a:stretch/>
        </p:blipFill>
        <p:spPr>
          <a:xfrm>
            <a:off x="2417400" y="1462680"/>
            <a:ext cx="202428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8" name="Google Shape;2056;p66" descr="image.png"/>
          <p:cNvPicPr/>
          <p:nvPr/>
        </p:nvPicPr>
        <p:blipFill>
          <a:blip r:embed="rId13"/>
          <a:stretch/>
        </p:blipFill>
        <p:spPr>
          <a:xfrm>
            <a:off x="4499280" y="1462680"/>
            <a:ext cx="202428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9" name="Google Shape;2057;p66" descr="image.png"/>
          <p:cNvPicPr/>
          <p:nvPr/>
        </p:nvPicPr>
        <p:blipFill>
          <a:blip r:embed="rId14"/>
          <a:stretch/>
        </p:blipFill>
        <p:spPr>
          <a:xfrm>
            <a:off x="6581160" y="1462680"/>
            <a:ext cx="2226960" cy="5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0" name="Google Shape;2058;p66" descr="image.png"/>
          <p:cNvPicPr/>
          <p:nvPr/>
        </p:nvPicPr>
        <p:blipFill>
          <a:blip r:embed="rId15"/>
          <a:stretch/>
        </p:blipFill>
        <p:spPr>
          <a:xfrm>
            <a:off x="6436440" y="210600"/>
            <a:ext cx="2478600" cy="2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1" name="Google Shape;2059;p66"/>
          <p:cNvSpPr/>
          <p:nvPr/>
        </p:nvSpPr>
        <p:spPr>
          <a:xfrm>
            <a:off x="228600" y="257040"/>
            <a:ext cx="20736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CONCLUSION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2" name="Google Shape;2060;p66"/>
          <p:cNvSpPr/>
          <p:nvPr/>
        </p:nvSpPr>
        <p:spPr>
          <a:xfrm>
            <a:off x="2400480" y="677880"/>
            <a:ext cx="64076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 </a:t>
            </a:r>
            <a:r>
              <a:rPr b="0" lang="en" sz="9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Complete Course Journey: 01 to 07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73" name="Google Shape;2061;p66" descr="image.png"/>
          <p:cNvPicPr/>
          <p:nvPr/>
        </p:nvPicPr>
        <p:blipFill>
          <a:blip r:embed="rId16"/>
          <a:stretch/>
        </p:blipFill>
        <p:spPr>
          <a:xfrm>
            <a:off x="7343640" y="678600"/>
            <a:ext cx="1464120" cy="13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4" name="Google Shape;2062;p66"/>
          <p:cNvSpPr/>
          <p:nvPr/>
        </p:nvSpPr>
        <p:spPr>
          <a:xfrm>
            <a:off x="498600" y="2855520"/>
            <a:ext cx="457596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WHAT WE LEARNED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5" name="Google Shape;2063;p66"/>
          <p:cNvSpPr/>
          <p:nvPr/>
        </p:nvSpPr>
        <p:spPr>
          <a:xfrm>
            <a:off x="5538240" y="2855520"/>
            <a:ext cx="3269520" cy="1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700" strike="noStrike" u="none">
                <a:solidFill>
                  <a:srgbClr val="1e40af"/>
                </a:solidFill>
                <a:uFillTx/>
                <a:latin typeface="Plus Jakarta Sans ExtraBold"/>
                <a:ea typeface="Plus Jakarta Sans ExtraBold"/>
              </a:rPr>
              <a:t>DATA PROCESSING PIPELINE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76" name="Google Shape;2064;p66" descr="image.png"/>
          <p:cNvPicPr/>
          <p:nvPr/>
        </p:nvPicPr>
        <p:blipFill>
          <a:blip r:embed="rId17"/>
          <a:stretch/>
        </p:blipFill>
        <p:spPr>
          <a:xfrm>
            <a:off x="357120" y="4754160"/>
            <a:ext cx="11268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7" name="Google Shape;2065;p66"/>
          <p:cNvSpPr/>
          <p:nvPr/>
        </p:nvSpPr>
        <p:spPr>
          <a:xfrm>
            <a:off x="541440" y="4750560"/>
            <a:ext cx="52797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f8fafc"/>
                </a:solidFill>
                <a:uFillTx/>
                <a:latin typeface="Plus Jakarta Sans ExtraBold"/>
                <a:ea typeface="Plus Jakarta Sans ExtraBold"/>
              </a:rPr>
              <a:t>Choose the right data structure, then use the right operation to process your data.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78" name="Google Shape;2066;p66" descr="image.png"/>
          <p:cNvPicPr/>
          <p:nvPr/>
        </p:nvPicPr>
        <p:blipFill>
          <a:blip r:embed="rId18"/>
          <a:stretch/>
        </p:blipFill>
        <p:spPr>
          <a:xfrm>
            <a:off x="335880" y="703800"/>
            <a:ext cx="92520" cy="8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9" name="Google Shape;2067;p66"/>
          <p:cNvSpPr/>
          <p:nvPr/>
        </p:nvSpPr>
        <p:spPr>
          <a:xfrm>
            <a:off x="414360" y="1107360"/>
            <a:ext cx="19177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LIST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0" name="Google Shape;2068;p66"/>
          <p:cNvSpPr/>
          <p:nvPr/>
        </p:nvSpPr>
        <p:spPr>
          <a:xfrm>
            <a:off x="414360" y="1250280"/>
            <a:ext cx="191772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Ordered &amp; mutable collections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1" name="Google Shape;2069;p66"/>
          <p:cNvSpPr/>
          <p:nvPr/>
        </p:nvSpPr>
        <p:spPr>
          <a:xfrm>
            <a:off x="2546640" y="1107360"/>
            <a:ext cx="19177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TUPLE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2" name="Google Shape;2070;p66"/>
          <p:cNvSpPr/>
          <p:nvPr/>
        </p:nvSpPr>
        <p:spPr>
          <a:xfrm>
            <a:off x="2546640" y="1250280"/>
            <a:ext cx="191772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Ordered &amp; immutable collections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3" name="Google Shape;2071;p66"/>
          <p:cNvSpPr/>
          <p:nvPr/>
        </p:nvSpPr>
        <p:spPr>
          <a:xfrm>
            <a:off x="4679280" y="1107360"/>
            <a:ext cx="19177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SETS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4" name="Google Shape;2072;p66"/>
          <p:cNvSpPr/>
          <p:nvPr/>
        </p:nvSpPr>
        <p:spPr>
          <a:xfrm>
            <a:off x="4679280" y="1250280"/>
            <a:ext cx="191772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Unique elements &amp; set operations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5" name="Google Shape;2073;p66"/>
          <p:cNvSpPr/>
          <p:nvPr/>
        </p:nvSpPr>
        <p:spPr>
          <a:xfrm>
            <a:off x="6811560" y="1107360"/>
            <a:ext cx="19177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DICTIONARIES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6" name="Google Shape;2074;p66"/>
          <p:cNvSpPr/>
          <p:nvPr/>
        </p:nvSpPr>
        <p:spPr>
          <a:xfrm>
            <a:off x="6811560" y="1250280"/>
            <a:ext cx="191772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Key → value mappings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7" name="Google Shape;2075;p66"/>
          <p:cNvSpPr/>
          <p:nvPr/>
        </p:nvSpPr>
        <p:spPr>
          <a:xfrm>
            <a:off x="414360" y="1698480"/>
            <a:ext cx="18669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METHODS &amp; OPS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8" name="Google Shape;2076;p66"/>
          <p:cNvSpPr/>
          <p:nvPr/>
        </p:nvSpPr>
        <p:spPr>
          <a:xfrm>
            <a:off x="414360" y="1841400"/>
            <a:ext cx="186696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Work with &amp; manipulate data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9" name="Google Shape;2077;p66"/>
          <p:cNvSpPr/>
          <p:nvPr/>
        </p:nvSpPr>
        <p:spPr>
          <a:xfrm>
            <a:off x="2496240" y="1698480"/>
            <a:ext cx="1867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NESTED STRUCTURES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0" name="Google Shape;2078;p66"/>
          <p:cNvSpPr/>
          <p:nvPr/>
        </p:nvSpPr>
        <p:spPr>
          <a:xfrm>
            <a:off x="2496240" y="1841400"/>
            <a:ext cx="186732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Build hierarchical data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1" name="Google Shape;2079;p66"/>
          <p:cNvSpPr/>
          <p:nvPr/>
        </p:nvSpPr>
        <p:spPr>
          <a:xfrm>
            <a:off x="4577760" y="1698480"/>
            <a:ext cx="18669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ITERATION &amp; MANIP.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2" name="Google Shape;2080;p66"/>
          <p:cNvSpPr/>
          <p:nvPr/>
        </p:nvSpPr>
        <p:spPr>
          <a:xfrm>
            <a:off x="4577760" y="1841400"/>
            <a:ext cx="1866960" cy="1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475569"/>
                </a:solidFill>
                <a:uFillTx/>
                <a:latin typeface="Plus Jakarta Sans SemiBold"/>
                <a:ea typeface="Plus Jakarta Sans SemiBold"/>
              </a:rPr>
              <a:t>Process &amp; transform data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93" name="Google Shape;2081;p66" descr="image.png"/>
          <p:cNvPicPr/>
          <p:nvPr/>
        </p:nvPicPr>
        <p:blipFill>
          <a:blip r:embed="rId19"/>
          <a:stretch/>
        </p:blipFill>
        <p:spPr>
          <a:xfrm>
            <a:off x="8586720" y="166536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4" name="Google Shape;2082;p66" descr="image.png"/>
          <p:cNvPicPr/>
          <p:nvPr/>
        </p:nvPicPr>
        <p:blipFill>
          <a:blip r:embed="rId20"/>
          <a:stretch/>
        </p:blipFill>
        <p:spPr>
          <a:xfrm>
            <a:off x="357120" y="2862720"/>
            <a:ext cx="9828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5" name="Google Shape;2083;p66"/>
          <p:cNvSpPr/>
          <p:nvPr/>
        </p:nvSpPr>
        <p:spPr>
          <a:xfrm>
            <a:off x="485640" y="3225960"/>
            <a:ext cx="4588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34155"/>
                </a:solidFill>
                <a:uFillTx/>
                <a:latin typeface="Plus Jakarta Sans SemiBold"/>
                <a:ea typeface="Plus Jakarta Sans SemiBold"/>
              </a:rPr>
              <a:t>Different structures solve different data-storage problems efficiently.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6" name="Google Shape;2084;p66"/>
          <p:cNvSpPr/>
          <p:nvPr/>
        </p:nvSpPr>
        <p:spPr>
          <a:xfrm>
            <a:off x="485640" y="3360960"/>
            <a:ext cx="4588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34155"/>
                </a:solidFill>
                <a:uFillTx/>
                <a:latin typeface="Plus Jakarta Sans SemiBold"/>
                <a:ea typeface="Plus Jakarta Sans SemiBold"/>
              </a:rPr>
              <a:t>Methods and operations allow precise access and manipulation of data.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7" name="Google Shape;2085;p66"/>
          <p:cNvSpPr/>
          <p:nvPr/>
        </p:nvSpPr>
        <p:spPr>
          <a:xfrm>
            <a:off x="485640" y="3496320"/>
            <a:ext cx="4588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34155"/>
                </a:solidFill>
                <a:uFillTx/>
                <a:latin typeface="Plus Jakarta Sans SemiBold"/>
                <a:ea typeface="Plus Jakarta Sans SemiBold"/>
              </a:rPr>
              <a:t>Nested structures enable complex multi-level records to be represented.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8" name="Google Shape;2086;p66"/>
          <p:cNvSpPr/>
          <p:nvPr/>
        </p:nvSpPr>
        <p:spPr>
          <a:xfrm>
            <a:off x="485640" y="3631680"/>
            <a:ext cx="4588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34155"/>
                </a:solidFill>
                <a:uFillTx/>
                <a:latin typeface="Plus Jakarta Sans SemiBold"/>
                <a:ea typeface="Plus Jakarta Sans SemiBold"/>
              </a:rPr>
              <a:t>Iteration allows automated traversal and bulk transformation of collections.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9" name="Google Shape;2087;p66"/>
          <p:cNvSpPr/>
          <p:nvPr/>
        </p:nvSpPr>
        <p:spPr>
          <a:xfrm>
            <a:off x="485640" y="3767040"/>
            <a:ext cx="4588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334155"/>
                </a:solidFill>
                <a:uFillTx/>
                <a:latin typeface="Plus Jakarta Sans SemiBold"/>
                <a:ea typeface="Plus Jakarta Sans SemiBold"/>
              </a:rPr>
              <a:t>Choosing the right structure makes programs clearer, faster, and easier to maintain.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00" name="Google Shape;2088;p66" descr="image.png"/>
          <p:cNvPicPr/>
          <p:nvPr/>
        </p:nvPicPr>
        <p:blipFill>
          <a:blip r:embed="rId21"/>
          <a:stretch/>
        </p:blipFill>
        <p:spPr>
          <a:xfrm>
            <a:off x="5382360" y="2862720"/>
            <a:ext cx="112680" cy="9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1" name="Google Shape;2089;p66" descr="image.png"/>
          <p:cNvPicPr/>
          <p:nvPr/>
        </p:nvPicPr>
        <p:blipFill>
          <a:blip r:embed="rId22"/>
          <a:stretch/>
        </p:blipFill>
        <p:spPr>
          <a:xfrm>
            <a:off x="5382360" y="2980800"/>
            <a:ext cx="342540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2" name="Google Shape;2090;p66" descr="image.png"/>
          <p:cNvPicPr/>
          <p:nvPr/>
        </p:nvPicPr>
        <p:blipFill>
          <a:blip r:embed="rId23"/>
          <a:stretch/>
        </p:blipFill>
        <p:spPr>
          <a:xfrm>
            <a:off x="5382360" y="3166560"/>
            <a:ext cx="342540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3" name="Google Shape;2091;p66" descr="image.png"/>
          <p:cNvPicPr/>
          <p:nvPr/>
        </p:nvPicPr>
        <p:blipFill>
          <a:blip r:embed="rId24"/>
          <a:stretch/>
        </p:blipFill>
        <p:spPr>
          <a:xfrm>
            <a:off x="5382360" y="3352320"/>
            <a:ext cx="342540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4" name="Google Shape;2092;p66" descr="image.png"/>
          <p:cNvPicPr/>
          <p:nvPr/>
        </p:nvPicPr>
        <p:blipFill>
          <a:blip r:embed="rId25"/>
          <a:stretch/>
        </p:blipFill>
        <p:spPr>
          <a:xfrm>
            <a:off x="5382360" y="3538080"/>
            <a:ext cx="342540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5" name="Google Shape;2093;p66" descr="image.png"/>
          <p:cNvPicPr/>
          <p:nvPr/>
        </p:nvPicPr>
        <p:blipFill>
          <a:blip r:embed="rId26"/>
          <a:stretch/>
        </p:blipFill>
        <p:spPr>
          <a:xfrm>
            <a:off x="5382360" y="3723840"/>
            <a:ext cx="342540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6" name="Google Shape;2094;p66" descr="image.png"/>
          <p:cNvPicPr/>
          <p:nvPr/>
        </p:nvPicPr>
        <p:blipFill>
          <a:blip r:embed="rId27"/>
          <a:stretch/>
        </p:blipFill>
        <p:spPr>
          <a:xfrm>
            <a:off x="414360" y="94284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7" name="Google Shape;2095;p66" descr="image.png"/>
          <p:cNvPicPr/>
          <p:nvPr/>
        </p:nvPicPr>
        <p:blipFill>
          <a:blip r:embed="rId28"/>
          <a:stretch/>
        </p:blipFill>
        <p:spPr>
          <a:xfrm>
            <a:off x="2253960" y="975240"/>
            <a:ext cx="78120" cy="7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8" name="Google Shape;2096;p66" descr="image.png"/>
          <p:cNvPicPr/>
          <p:nvPr/>
        </p:nvPicPr>
        <p:blipFill>
          <a:blip r:embed="rId29"/>
          <a:stretch/>
        </p:blipFill>
        <p:spPr>
          <a:xfrm>
            <a:off x="2546640" y="94284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9" name="Google Shape;2097;p66" descr="image.png"/>
          <p:cNvPicPr/>
          <p:nvPr/>
        </p:nvPicPr>
        <p:blipFill>
          <a:blip r:embed="rId30"/>
          <a:stretch/>
        </p:blipFill>
        <p:spPr>
          <a:xfrm>
            <a:off x="4393440" y="975240"/>
            <a:ext cx="70920" cy="7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0" name="Google Shape;2098;p66" descr="image.png"/>
          <p:cNvPicPr/>
          <p:nvPr/>
        </p:nvPicPr>
        <p:blipFill>
          <a:blip r:embed="rId31"/>
          <a:stretch/>
        </p:blipFill>
        <p:spPr>
          <a:xfrm>
            <a:off x="4679280" y="94284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1" name="Google Shape;2099;p66" descr="image.png"/>
          <p:cNvPicPr/>
          <p:nvPr/>
        </p:nvPicPr>
        <p:blipFill>
          <a:blip r:embed="rId32"/>
          <a:stretch/>
        </p:blipFill>
        <p:spPr>
          <a:xfrm>
            <a:off x="6518520" y="975240"/>
            <a:ext cx="78120" cy="7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2" name="Google Shape;2100;p66" descr="image.png"/>
          <p:cNvPicPr/>
          <p:nvPr/>
        </p:nvPicPr>
        <p:blipFill>
          <a:blip r:embed="rId33"/>
          <a:stretch/>
        </p:blipFill>
        <p:spPr>
          <a:xfrm>
            <a:off x="6811560" y="94284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3" name="Google Shape;2101;p66" descr="image.png"/>
          <p:cNvPicPr/>
          <p:nvPr/>
        </p:nvPicPr>
        <p:blipFill>
          <a:blip r:embed="rId34"/>
          <a:stretch/>
        </p:blipFill>
        <p:spPr>
          <a:xfrm>
            <a:off x="8651160" y="975240"/>
            <a:ext cx="78120" cy="7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4" name="Google Shape;2102;p66" descr="image.png"/>
          <p:cNvPicPr/>
          <p:nvPr/>
        </p:nvPicPr>
        <p:blipFill>
          <a:blip r:embed="rId35"/>
          <a:stretch/>
        </p:blipFill>
        <p:spPr>
          <a:xfrm>
            <a:off x="414360" y="153396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5" name="Google Shape;2103;p66" descr="image.png"/>
          <p:cNvPicPr/>
          <p:nvPr/>
        </p:nvPicPr>
        <p:blipFill>
          <a:blip r:embed="rId36"/>
          <a:stretch/>
        </p:blipFill>
        <p:spPr>
          <a:xfrm>
            <a:off x="2203200" y="1566360"/>
            <a:ext cx="78120" cy="7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6" name="Google Shape;2104;p66" descr="image.png"/>
          <p:cNvPicPr/>
          <p:nvPr/>
        </p:nvPicPr>
        <p:blipFill>
          <a:blip r:embed="rId37"/>
          <a:stretch/>
        </p:blipFill>
        <p:spPr>
          <a:xfrm>
            <a:off x="2496240" y="153396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7" name="Google Shape;2105;p66" descr="image.png"/>
          <p:cNvPicPr/>
          <p:nvPr/>
        </p:nvPicPr>
        <p:blipFill>
          <a:blip r:embed="rId38"/>
          <a:stretch/>
        </p:blipFill>
        <p:spPr>
          <a:xfrm>
            <a:off x="4277880" y="1566360"/>
            <a:ext cx="85320" cy="7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8" name="Google Shape;2106;p66" descr="image.png"/>
          <p:cNvPicPr/>
          <p:nvPr/>
        </p:nvPicPr>
        <p:blipFill>
          <a:blip r:embed="rId39"/>
          <a:stretch/>
        </p:blipFill>
        <p:spPr>
          <a:xfrm>
            <a:off x="4577760" y="1533960"/>
            <a:ext cx="1998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9" name="Google Shape;2107;p66" descr="image.png"/>
          <p:cNvPicPr/>
          <p:nvPr/>
        </p:nvPicPr>
        <p:blipFill>
          <a:blip r:embed="rId40"/>
          <a:stretch/>
        </p:blipFill>
        <p:spPr>
          <a:xfrm>
            <a:off x="6366600" y="1566360"/>
            <a:ext cx="78120" cy="7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0" name="Google Shape;2108;p66"/>
          <p:cNvSpPr/>
          <p:nvPr/>
        </p:nvSpPr>
        <p:spPr>
          <a:xfrm>
            <a:off x="6674040" y="1586880"/>
            <a:ext cx="24156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1d4ed8"/>
                </a:solidFill>
                <a:uFillTx/>
                <a:latin typeface="Plus Jakarta Sans ExtraBold"/>
                <a:ea typeface="Plus Jakarta Sans ExtraBold"/>
              </a:rPr>
              <a:t>PROGRESSION STRATEGY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1" name="Google Shape;2109;p66"/>
          <p:cNvSpPr/>
          <p:nvPr/>
        </p:nvSpPr>
        <p:spPr>
          <a:xfrm>
            <a:off x="6674040" y="1701000"/>
            <a:ext cx="19123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00" strike="noStrike" u="none">
                <a:solidFill>
                  <a:srgbClr val="0f172a"/>
                </a:solidFill>
                <a:uFillTx/>
                <a:latin typeface="Plus Jakarta Sans ExtraBold"/>
                <a:ea typeface="Plus Jakarta Sans ExtraBold"/>
              </a:rPr>
              <a:t>Choose Structure → Apply Operation → Process Data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2" name="Google Shape;2110;p66"/>
          <p:cNvSpPr/>
          <p:nvPr/>
        </p:nvSpPr>
        <p:spPr>
          <a:xfrm>
            <a:off x="5446800" y="3009240"/>
            <a:ext cx="4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1. RAW DATA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23" name="Google Shape;2111;p66" descr="image.png"/>
          <p:cNvPicPr/>
          <p:nvPr/>
        </p:nvPicPr>
        <p:blipFill>
          <a:blip r:embed="rId41"/>
          <a:stretch/>
        </p:blipFill>
        <p:spPr>
          <a:xfrm>
            <a:off x="6923880" y="3020040"/>
            <a:ext cx="64080" cy="7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4" name="Google Shape;2112;p66"/>
          <p:cNvSpPr/>
          <p:nvPr/>
        </p:nvSpPr>
        <p:spPr>
          <a:xfrm>
            <a:off x="7993800" y="3009240"/>
            <a:ext cx="74988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64748b"/>
                </a:solidFill>
                <a:uFillTx/>
                <a:latin typeface="Plus Jakarta Sans"/>
                <a:ea typeface="Plus Jakarta Sans"/>
              </a:rPr>
              <a:t>Unstructured Input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5" name="Google Shape;2113;p66"/>
          <p:cNvSpPr/>
          <p:nvPr/>
        </p:nvSpPr>
        <p:spPr>
          <a:xfrm>
            <a:off x="5446800" y="3195000"/>
            <a:ext cx="77112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2. DATA STRUCTURE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26" name="Google Shape;2114;p66" descr="image.png"/>
          <p:cNvPicPr/>
          <p:nvPr/>
        </p:nvPicPr>
        <p:blipFill>
          <a:blip r:embed="rId42"/>
          <a:stretch/>
        </p:blipFill>
        <p:spPr>
          <a:xfrm>
            <a:off x="7013160" y="3205800"/>
            <a:ext cx="64080" cy="7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7" name="Google Shape;2115;p66"/>
          <p:cNvSpPr/>
          <p:nvPr/>
        </p:nvSpPr>
        <p:spPr>
          <a:xfrm>
            <a:off x="7872480" y="3195000"/>
            <a:ext cx="8712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2563eb"/>
                </a:solidFill>
                <a:uFillTx/>
                <a:latin typeface="Plus Jakarta Sans"/>
                <a:ea typeface="Plus Jakarta Sans"/>
              </a:rPr>
              <a:t>List / Tuple / Set / Dict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8" name="Google Shape;2116;p66"/>
          <p:cNvSpPr/>
          <p:nvPr/>
        </p:nvSpPr>
        <p:spPr>
          <a:xfrm>
            <a:off x="5446800" y="3380760"/>
            <a:ext cx="6069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3. OPERATIONS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29" name="Google Shape;2117;p66" descr="image.png"/>
          <p:cNvPicPr/>
          <p:nvPr/>
        </p:nvPicPr>
        <p:blipFill>
          <a:blip r:embed="rId43"/>
          <a:stretch/>
        </p:blipFill>
        <p:spPr>
          <a:xfrm>
            <a:off x="7041600" y="3391560"/>
            <a:ext cx="64080" cy="7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0" name="Google Shape;2118;p66"/>
          <p:cNvSpPr/>
          <p:nvPr/>
        </p:nvSpPr>
        <p:spPr>
          <a:xfrm>
            <a:off x="8093880" y="3380760"/>
            <a:ext cx="6498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b45309"/>
                </a:solidFill>
                <a:uFillTx/>
                <a:latin typeface="Plus Jakarta Sans"/>
                <a:ea typeface="Plus Jakarta Sans"/>
              </a:rPr>
              <a:t>Access &amp; Modify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1" name="Google Shape;2119;p66"/>
          <p:cNvSpPr/>
          <p:nvPr/>
        </p:nvSpPr>
        <p:spPr>
          <a:xfrm>
            <a:off x="5446800" y="3566520"/>
            <a:ext cx="6210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4. PROCESSING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32" name="Google Shape;2120;p66" descr="image.png"/>
          <p:cNvPicPr/>
          <p:nvPr/>
        </p:nvPicPr>
        <p:blipFill>
          <a:blip r:embed="rId44"/>
          <a:stretch/>
        </p:blipFill>
        <p:spPr>
          <a:xfrm>
            <a:off x="7052400" y="3577320"/>
            <a:ext cx="64080" cy="7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3" name="Google Shape;2121;p66"/>
          <p:cNvSpPr/>
          <p:nvPr/>
        </p:nvSpPr>
        <p:spPr>
          <a:xfrm>
            <a:off x="8101080" y="3566520"/>
            <a:ext cx="64260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6d28d9"/>
                </a:solidFill>
                <a:uFillTx/>
                <a:latin typeface="Plus Jakarta Sans"/>
                <a:ea typeface="Plus Jakarta Sans"/>
              </a:rPr>
              <a:t>Iteration &amp; Logic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4" name="Google Shape;2122;p66"/>
          <p:cNvSpPr/>
          <p:nvPr/>
        </p:nvSpPr>
        <p:spPr>
          <a:xfrm>
            <a:off x="5446800" y="3752280"/>
            <a:ext cx="96408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600" strike="noStrike" u="none">
                <a:solidFill>
                  <a:srgbClr val="047857"/>
                </a:solidFill>
                <a:uFillTx/>
                <a:latin typeface="Plus Jakarta Sans"/>
                <a:ea typeface="Plus Jakarta Sans"/>
              </a:rPr>
              <a:t>5. USEFUL INFORMATION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35" name="Google Shape;2123;p66" descr="image.png"/>
          <p:cNvPicPr/>
          <p:nvPr/>
        </p:nvPicPr>
        <p:blipFill>
          <a:blip r:embed="rId45"/>
          <a:stretch/>
        </p:blipFill>
        <p:spPr>
          <a:xfrm>
            <a:off x="8679600" y="3763080"/>
            <a:ext cx="64080" cy="7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6" name="Google Shape;2124;p66" descr="image.png"/>
          <p:cNvPicPr/>
          <p:nvPr/>
        </p:nvPicPr>
        <p:blipFill>
          <a:blip r:embed="rId46"/>
          <a:stretch/>
        </p:blipFill>
        <p:spPr>
          <a:xfrm>
            <a:off x="357120" y="3236400"/>
            <a:ext cx="781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7" name="Google Shape;2125;p66" descr="image.png"/>
          <p:cNvPicPr/>
          <p:nvPr/>
        </p:nvPicPr>
        <p:blipFill>
          <a:blip r:embed="rId47"/>
          <a:stretch/>
        </p:blipFill>
        <p:spPr>
          <a:xfrm>
            <a:off x="357120" y="3371760"/>
            <a:ext cx="781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8" name="Google Shape;2126;p66" descr="image.png"/>
          <p:cNvPicPr/>
          <p:nvPr/>
        </p:nvPicPr>
        <p:blipFill>
          <a:blip r:embed="rId48"/>
          <a:stretch/>
        </p:blipFill>
        <p:spPr>
          <a:xfrm>
            <a:off x="357120" y="3507120"/>
            <a:ext cx="781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9" name="Google Shape;2127;p66" descr="image.png"/>
          <p:cNvPicPr/>
          <p:nvPr/>
        </p:nvPicPr>
        <p:blipFill>
          <a:blip r:embed="rId49"/>
          <a:stretch/>
        </p:blipFill>
        <p:spPr>
          <a:xfrm>
            <a:off x="357120" y="3642480"/>
            <a:ext cx="7812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0" name="Google Shape;2128;p66" descr="image.png"/>
          <p:cNvPicPr/>
          <p:nvPr/>
        </p:nvPicPr>
        <p:blipFill>
          <a:blip r:embed="rId50"/>
          <a:stretch/>
        </p:blipFill>
        <p:spPr>
          <a:xfrm>
            <a:off x="357120" y="3777840"/>
            <a:ext cx="78120" cy="8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